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fabf3479b841e1" /><Relationship Type="http://schemas.openxmlformats.org/officeDocument/2006/relationships/extended-properties" Target="/docProps/app.xml" Id="R014eaea4565b4f80" /><Relationship Type="http://schemas.openxmlformats.org/officeDocument/2006/relationships/officeDocument" Target="/ppt/presentation.xml" Id="R113e3f48d9fe4a27" /></Relationships>
</file>

<file path=ppt/presentation.xml><?xml version="1.0" encoding="utf-8"?>
<p:presentation xmlns:p="http://schemas.openxmlformats.org/presentationml/2006/main">
  <p:sldMasterIdLst>
    <p:sldMasterId xmlns:r="http://schemas.openxmlformats.org/officeDocument/2006/relationships" id="2147483648" r:id="R4843e3ea4365431a"/>
  </p:sldMasterIdLst>
  <p:notesMasterIdLst>
    <p:notesMasterId xmlns:r="http://schemas.openxmlformats.org/officeDocument/2006/relationships" r:id="Rd492c650585d488c"/>
  </p:notesMasterIdLst>
  <p:sldIdLst>
    <p:sldId xmlns:r="http://schemas.openxmlformats.org/officeDocument/2006/relationships" id="256" r:id="R5933031cad874a62"/>
    <p:sldId xmlns:r="http://schemas.openxmlformats.org/officeDocument/2006/relationships" id="257" r:id="R7838ce2bacea4f14"/>
  </p:sldIdLst>
  <p:sldSz cx="7562850" cy="10696575"/>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8cfe7d587bb4b27" /><Relationship Type="http://schemas.openxmlformats.org/officeDocument/2006/relationships/slideMaster" Target="/ppt/slideMasters/slideMaster1.xml" Id="R4843e3ea4365431a" /><Relationship Type="http://schemas.openxmlformats.org/officeDocument/2006/relationships/notesMaster" Target="/ppt/notesMasters/notesMaster1.xml" Id="Rd492c650585d488c" /><Relationship Type="http://schemas.openxmlformats.org/officeDocument/2006/relationships/presProps" Target="/ppt/presProps.xml" Id="R585781d8fb2f47d4" /><Relationship Type="http://schemas.openxmlformats.org/officeDocument/2006/relationships/viewProps" Target="/ppt/viewProps.xml" Id="R676d4abbeeb84934" /><Relationship Type="http://schemas.openxmlformats.org/officeDocument/2006/relationships/tableStyles" Target="/ppt/tableStyles.xml" Id="R94ed5f338075433a" /><Relationship Type="http://schemas.openxmlformats.org/officeDocument/2006/relationships/slide" Target="/ppt/slides/slide1.xml" Id="R5933031cad874a62" /><Relationship Type="http://schemas.openxmlformats.org/officeDocument/2006/relationships/slide" Target="/ppt/slides/slide2.xml" Id="R7838ce2bacea4f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2d6dc6c97141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b2b42d753647df" /><Relationship Type="http://schemas.openxmlformats.org/officeDocument/2006/relationships/notesMaster" Target="/ppt/notesMasters/notesMaster1.xml" Id="R3fd735d690d44a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5c14fb4a694663" /><Relationship Type="http://schemas.openxmlformats.org/officeDocument/2006/relationships/notesMaster" Target="/ppt/notesMasters/notesMaster1.xml" Id="R2aa3f0052c8642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C:\Users\yasuh_iv3wgik\Desktop\GitHub\tedxwushs.github.io\docs\2026.10.27-学院祭-pngデータ.jpg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C:\Users\yasuh_iv3wgik\Desktop\GitHub\tedxwushs.github.io\docs\2026.10.27-学院祭-pngデータ.jpg; C:\Users\yasuh_iv3wgik\Desktop\GitHub\tedxwushs.github.io\docs\2026.10.27-学院祭.pdf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f74da4df874d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fc6f84108949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4ed3f352c649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5a390e548b4b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b4279159944d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741cb79f2e45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A3D93-35BC-4B6E-9803-B9A40627C63B}"/>
              </a:ext>
            </a:extLst>
          </p:cNvPr>
          <p:cNvSpPr>
            <a:spLocks xmlns:a="http://schemas.openxmlformats.org/drawingml/2006/main" noGrp="1"/>
          </p:cNvSpPr>
          <p:nvPr>
            <p:ph type="title" idx="0"/>
          </p:nvPr>
        </p:nvSpPr>
        <p:spPr>
          <a:xfrm xmlns:a="http://schemas.openxmlformats.org/drawingml/2006/main">
            <a:off x="756285" y="4040928"/>
            <a:ext cx="6050280" cy="154506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8" b="1">
                <a:solidFill>
                  <a:schemeClr val="tx1"/>
                </a:solidFill>
                <a:latin typeface="+mj-lt"/>
                <a:ea typeface="+mj-lt"/>
                <a:cs typeface="+mj-lt"/>
              </a:defRPr>
            </a:defPPr>
            <a:lvl1pPr marL="0" indent="0" algn="ctr">
              <a:lnSpc>
                <a:spcPct val="110000"/>
              </a:lnSpc>
              <a:spcBef>
                <a:spcPts val="0"/>
              </a:spcBef>
              <a:spcAft>
                <a:spcPts val="0"/>
              </a:spcAft>
              <a:buNone/>
              <a:defRPr sz="2978" b="1">
                <a:solidFill>
                  <a:schemeClr val="tx1"/>
                </a:solidFill>
                <a:latin typeface="+mj-lt"/>
                <a:ea typeface="+mj-lt"/>
                <a:cs typeface="+mj-lt"/>
              </a:defRPr>
            </a:lvl1pPr>
            <a:lvl2pPr marL="0" indent="0" algn="ctr">
              <a:lnSpc>
                <a:spcPct val="110000"/>
              </a:lnSpc>
              <a:spcBef>
                <a:spcPts val="0"/>
              </a:spcBef>
              <a:spcAft>
                <a:spcPts val="0"/>
              </a:spcAft>
              <a:buNone/>
              <a:defRPr sz="2978" b="1">
                <a:solidFill>
                  <a:schemeClr val="tx1"/>
                </a:solidFill>
                <a:latin typeface="+mj-lt"/>
                <a:ea typeface="+mj-lt"/>
                <a:cs typeface="+mj-lt"/>
              </a:defRPr>
            </a:lvl2pPr>
            <a:lvl3pPr marL="0" indent="0" algn="ctr">
              <a:lnSpc>
                <a:spcPct val="110000"/>
              </a:lnSpc>
              <a:spcBef>
                <a:spcPts val="0"/>
              </a:spcBef>
              <a:spcAft>
                <a:spcPts val="0"/>
              </a:spcAft>
              <a:buNone/>
              <a:defRPr sz="2978" b="1">
                <a:solidFill>
                  <a:schemeClr val="tx1"/>
                </a:solidFill>
                <a:latin typeface="+mj-lt"/>
                <a:ea typeface="+mj-lt"/>
                <a:cs typeface="+mj-lt"/>
              </a:defRPr>
            </a:lvl3pPr>
            <a:lvl4pPr marL="0" indent="0" algn="ctr">
              <a:lnSpc>
                <a:spcPct val="110000"/>
              </a:lnSpc>
              <a:spcBef>
                <a:spcPts val="0"/>
              </a:spcBef>
              <a:spcAft>
                <a:spcPts val="0"/>
              </a:spcAft>
              <a:buNone/>
              <a:defRPr sz="2978" b="1">
                <a:solidFill>
                  <a:schemeClr val="tx1"/>
                </a:solidFill>
                <a:latin typeface="+mj-lt"/>
                <a:ea typeface="+mj-lt"/>
                <a:cs typeface="+mj-lt"/>
              </a:defRPr>
            </a:lvl4pPr>
            <a:lvl5pPr marL="0" indent="0" algn="ctr">
              <a:lnSpc>
                <a:spcPct val="110000"/>
              </a:lnSpc>
              <a:spcBef>
                <a:spcPts val="0"/>
              </a:spcBef>
              <a:spcAft>
                <a:spcPts val="0"/>
              </a:spcAft>
              <a:buNone/>
              <a:defRPr sz="2978" b="1">
                <a:solidFill>
                  <a:schemeClr val="tx1"/>
                </a:solidFill>
                <a:latin typeface="+mj-lt"/>
                <a:ea typeface="+mj-lt"/>
                <a:cs typeface="+mj-lt"/>
              </a:defRPr>
            </a:lvl5pPr>
            <a:lvl6pPr marL="0" indent="0" algn="ctr">
              <a:lnSpc>
                <a:spcPct val="110000"/>
              </a:lnSpc>
              <a:spcBef>
                <a:spcPts val="0"/>
              </a:spcBef>
              <a:spcAft>
                <a:spcPts val="0"/>
              </a:spcAft>
              <a:buNone/>
              <a:defRPr sz="2978" b="1">
                <a:solidFill>
                  <a:schemeClr val="tx1"/>
                </a:solidFill>
                <a:latin typeface="+mj-lt"/>
                <a:ea typeface="+mj-lt"/>
                <a:cs typeface="+mj-lt"/>
              </a:defRPr>
            </a:lvl6pPr>
            <a:lvl7pPr marL="0" indent="0" algn="ctr">
              <a:lnSpc>
                <a:spcPct val="110000"/>
              </a:lnSpc>
              <a:spcBef>
                <a:spcPts val="0"/>
              </a:spcBef>
              <a:spcAft>
                <a:spcPts val="0"/>
              </a:spcAft>
              <a:buNone/>
              <a:defRPr sz="2978" b="1">
                <a:solidFill>
                  <a:schemeClr val="tx1"/>
                </a:solidFill>
                <a:latin typeface="+mj-lt"/>
                <a:ea typeface="+mj-lt"/>
                <a:cs typeface="+mj-lt"/>
              </a:defRPr>
            </a:lvl7pPr>
            <a:lvl8pPr marL="0" indent="0" algn="ctr">
              <a:lnSpc>
                <a:spcPct val="110000"/>
              </a:lnSpc>
              <a:spcBef>
                <a:spcPts val="0"/>
              </a:spcBef>
              <a:spcAft>
                <a:spcPts val="0"/>
              </a:spcAft>
              <a:buNone/>
              <a:defRPr sz="2978" b="1">
                <a:solidFill>
                  <a:schemeClr val="tx1"/>
                </a:solidFill>
                <a:latin typeface="+mj-lt"/>
                <a:ea typeface="+mj-lt"/>
                <a:cs typeface="+mj-lt"/>
              </a:defRPr>
            </a:lvl8pPr>
            <a:lvl9pPr marL="0" indent="0" algn="ctr">
              <a:lnSpc>
                <a:spcPct val="110000"/>
              </a:lnSpc>
              <a:spcBef>
                <a:spcPts val="0"/>
              </a:spcBef>
              <a:spcAft>
                <a:spcPts val="0"/>
              </a:spcAft>
              <a:buNone/>
              <a:defRPr sz="2978"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900C8236-7A48-48AC-A951-13B4B13D65BF}"/>
              </a:ext>
            </a:extLst>
          </p:cNvPr>
          <p:cNvSpPr>
            <a:spLocks xmlns:a="http://schemas.openxmlformats.org/drawingml/2006/main" noGrp="1"/>
          </p:cNvSpPr>
          <p:nvPr>
            <p:ph type="subTitle" idx="1"/>
          </p:nvPr>
        </p:nvSpPr>
        <p:spPr>
          <a:xfrm xmlns:a="http://schemas.openxmlformats.org/drawingml/2006/main">
            <a:off x="1134428" y="5883116"/>
            <a:ext cx="5293995" cy="118850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3" b="0">
                <a:solidFill>
                  <a:schemeClr val="tx1"/>
                </a:solidFill>
                <a:latin typeface="+mn-lt"/>
                <a:ea typeface="+mn-lt"/>
                <a:cs typeface="+mn-lt"/>
              </a:defRPr>
            </a:defPPr>
            <a:lvl1pPr marL="0" indent="0" algn="ctr">
              <a:lnSpc>
                <a:spcPct val="110000"/>
              </a:lnSpc>
              <a:spcBef>
                <a:spcPts val="0"/>
              </a:spcBef>
              <a:spcAft>
                <a:spcPts val="0"/>
              </a:spcAft>
              <a:buNone/>
              <a:defRPr sz="1303" b="0">
                <a:solidFill>
                  <a:schemeClr val="tx1"/>
                </a:solidFill>
                <a:latin typeface="+mn-lt"/>
                <a:ea typeface="+mn-lt"/>
                <a:cs typeface="+mn-lt"/>
              </a:defRPr>
            </a:lvl1pPr>
            <a:lvl2pPr marL="0" indent="0" algn="ctr">
              <a:lnSpc>
                <a:spcPct val="110000"/>
              </a:lnSpc>
              <a:spcBef>
                <a:spcPts val="0"/>
              </a:spcBef>
              <a:spcAft>
                <a:spcPts val="0"/>
              </a:spcAft>
              <a:buNone/>
              <a:defRPr sz="1303" b="0">
                <a:solidFill>
                  <a:schemeClr val="tx1"/>
                </a:solidFill>
                <a:latin typeface="+mn-lt"/>
                <a:ea typeface="+mn-lt"/>
                <a:cs typeface="+mn-lt"/>
              </a:defRPr>
            </a:lvl2pPr>
            <a:lvl3pPr marL="0" indent="0" algn="ctr">
              <a:lnSpc>
                <a:spcPct val="110000"/>
              </a:lnSpc>
              <a:spcBef>
                <a:spcPts val="0"/>
              </a:spcBef>
              <a:spcAft>
                <a:spcPts val="0"/>
              </a:spcAft>
              <a:buNone/>
              <a:defRPr sz="1303" b="0">
                <a:solidFill>
                  <a:schemeClr val="tx1"/>
                </a:solidFill>
                <a:latin typeface="+mn-lt"/>
                <a:ea typeface="+mn-lt"/>
                <a:cs typeface="+mn-lt"/>
              </a:defRPr>
            </a:lvl3pPr>
            <a:lvl4pPr marL="0" indent="0" algn="ctr">
              <a:lnSpc>
                <a:spcPct val="110000"/>
              </a:lnSpc>
              <a:spcBef>
                <a:spcPts val="0"/>
              </a:spcBef>
              <a:spcAft>
                <a:spcPts val="0"/>
              </a:spcAft>
              <a:buNone/>
              <a:defRPr sz="1303" b="0">
                <a:solidFill>
                  <a:schemeClr val="tx1"/>
                </a:solidFill>
                <a:latin typeface="+mn-lt"/>
                <a:ea typeface="+mn-lt"/>
                <a:cs typeface="+mn-lt"/>
              </a:defRPr>
            </a:lvl4pPr>
            <a:lvl5pPr marL="0" indent="0" algn="ctr">
              <a:lnSpc>
                <a:spcPct val="110000"/>
              </a:lnSpc>
              <a:spcBef>
                <a:spcPts val="0"/>
              </a:spcBef>
              <a:spcAft>
                <a:spcPts val="0"/>
              </a:spcAft>
              <a:buNone/>
              <a:defRPr sz="1303" b="0">
                <a:solidFill>
                  <a:schemeClr val="tx1"/>
                </a:solidFill>
                <a:latin typeface="+mn-lt"/>
                <a:ea typeface="+mn-lt"/>
                <a:cs typeface="+mn-lt"/>
              </a:defRPr>
            </a:lvl5pPr>
            <a:lvl6pPr marL="0" indent="0" algn="ctr">
              <a:lnSpc>
                <a:spcPct val="110000"/>
              </a:lnSpc>
              <a:spcBef>
                <a:spcPts val="0"/>
              </a:spcBef>
              <a:spcAft>
                <a:spcPts val="0"/>
              </a:spcAft>
              <a:buNone/>
              <a:defRPr sz="1303" b="0">
                <a:solidFill>
                  <a:schemeClr val="tx1"/>
                </a:solidFill>
                <a:latin typeface="+mn-lt"/>
                <a:ea typeface="+mn-lt"/>
                <a:cs typeface="+mn-lt"/>
              </a:defRPr>
            </a:lvl6pPr>
            <a:lvl7pPr marL="0" indent="0" algn="ctr">
              <a:lnSpc>
                <a:spcPct val="110000"/>
              </a:lnSpc>
              <a:spcBef>
                <a:spcPts val="0"/>
              </a:spcBef>
              <a:spcAft>
                <a:spcPts val="0"/>
              </a:spcAft>
              <a:buNone/>
              <a:defRPr sz="1303" b="0">
                <a:solidFill>
                  <a:schemeClr val="tx1"/>
                </a:solidFill>
                <a:latin typeface="+mn-lt"/>
                <a:ea typeface="+mn-lt"/>
                <a:cs typeface="+mn-lt"/>
              </a:defRPr>
            </a:lvl7pPr>
            <a:lvl8pPr marL="0" indent="0" algn="ctr">
              <a:lnSpc>
                <a:spcPct val="110000"/>
              </a:lnSpc>
              <a:spcBef>
                <a:spcPts val="0"/>
              </a:spcBef>
              <a:spcAft>
                <a:spcPts val="0"/>
              </a:spcAft>
              <a:buNone/>
              <a:defRPr sz="1303" b="0">
                <a:solidFill>
                  <a:schemeClr val="tx1"/>
                </a:solidFill>
                <a:latin typeface="+mn-lt"/>
                <a:ea typeface="+mn-lt"/>
                <a:cs typeface="+mn-lt"/>
              </a:defRPr>
            </a:lvl8pPr>
            <a:lvl9pPr marL="0" indent="0" algn="ctr">
              <a:lnSpc>
                <a:spcPct val="110000"/>
              </a:lnSpc>
              <a:spcBef>
                <a:spcPts val="0"/>
              </a:spcBef>
              <a:spcAft>
                <a:spcPts val="0"/>
              </a:spcAft>
              <a:buNone/>
              <a:defRPr sz="1303"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D34F09-C855-4B9A-BEF5-C939B28BC173}"/>
              </a:ext>
            </a:extLst>
          </p:cNvPr>
          <p:cNvSpPr>
            <a:spLocks xmlns:a="http://schemas.openxmlformats.org/drawingml/2006/main" noGrp="1"/>
          </p:cNvSpPr>
          <p:nvPr>
            <p:ph type="title" idx="0"/>
          </p:nvPr>
        </p:nvSpPr>
        <p:spPr>
          <a:xfrm xmlns:a="http://schemas.openxmlformats.org/drawingml/2006/main">
            <a:off x="756285" y="4456906"/>
            <a:ext cx="6050280" cy="17827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5" b="1">
                <a:solidFill>
                  <a:schemeClr val="tx1"/>
                </a:solidFill>
                <a:latin typeface="+mj-lt"/>
                <a:ea typeface="+mj-lt"/>
                <a:cs typeface="+mj-lt"/>
              </a:defRPr>
            </a:defPPr>
            <a:lvl1pPr marL="0" indent="0" algn="ctr">
              <a:lnSpc>
                <a:spcPct val="110000"/>
              </a:lnSpc>
              <a:spcBef>
                <a:spcPts val="0"/>
              </a:spcBef>
              <a:spcAft>
                <a:spcPts val="0"/>
              </a:spcAft>
              <a:buNone/>
              <a:defRPr sz="2605" b="1">
                <a:solidFill>
                  <a:schemeClr val="tx1"/>
                </a:solidFill>
                <a:latin typeface="+mj-lt"/>
                <a:ea typeface="+mj-lt"/>
                <a:cs typeface="+mj-lt"/>
              </a:defRPr>
            </a:lvl1pPr>
            <a:lvl2pPr marL="0" indent="0" algn="ctr">
              <a:lnSpc>
                <a:spcPct val="110000"/>
              </a:lnSpc>
              <a:spcBef>
                <a:spcPts val="0"/>
              </a:spcBef>
              <a:spcAft>
                <a:spcPts val="0"/>
              </a:spcAft>
              <a:buNone/>
              <a:defRPr sz="2605" b="1">
                <a:solidFill>
                  <a:schemeClr val="tx1"/>
                </a:solidFill>
                <a:latin typeface="+mj-lt"/>
                <a:ea typeface="+mj-lt"/>
                <a:cs typeface="+mj-lt"/>
              </a:defRPr>
            </a:lvl2pPr>
            <a:lvl3pPr marL="0" indent="0" algn="ctr">
              <a:lnSpc>
                <a:spcPct val="110000"/>
              </a:lnSpc>
              <a:spcBef>
                <a:spcPts val="0"/>
              </a:spcBef>
              <a:spcAft>
                <a:spcPts val="0"/>
              </a:spcAft>
              <a:buNone/>
              <a:defRPr sz="2605" b="1">
                <a:solidFill>
                  <a:schemeClr val="tx1"/>
                </a:solidFill>
                <a:latin typeface="+mj-lt"/>
                <a:ea typeface="+mj-lt"/>
                <a:cs typeface="+mj-lt"/>
              </a:defRPr>
            </a:lvl3pPr>
            <a:lvl4pPr marL="0" indent="0" algn="ctr">
              <a:lnSpc>
                <a:spcPct val="110000"/>
              </a:lnSpc>
              <a:spcBef>
                <a:spcPts val="0"/>
              </a:spcBef>
              <a:spcAft>
                <a:spcPts val="0"/>
              </a:spcAft>
              <a:buNone/>
              <a:defRPr sz="2605" b="1">
                <a:solidFill>
                  <a:schemeClr val="tx1"/>
                </a:solidFill>
                <a:latin typeface="+mj-lt"/>
                <a:ea typeface="+mj-lt"/>
                <a:cs typeface="+mj-lt"/>
              </a:defRPr>
            </a:lvl4pPr>
            <a:lvl5pPr marL="0" indent="0" algn="ctr">
              <a:lnSpc>
                <a:spcPct val="110000"/>
              </a:lnSpc>
              <a:spcBef>
                <a:spcPts val="0"/>
              </a:spcBef>
              <a:spcAft>
                <a:spcPts val="0"/>
              </a:spcAft>
              <a:buNone/>
              <a:defRPr sz="2605" b="1">
                <a:solidFill>
                  <a:schemeClr val="tx1"/>
                </a:solidFill>
                <a:latin typeface="+mj-lt"/>
                <a:ea typeface="+mj-lt"/>
                <a:cs typeface="+mj-lt"/>
              </a:defRPr>
            </a:lvl5pPr>
            <a:lvl6pPr marL="0" indent="0" algn="ctr">
              <a:lnSpc>
                <a:spcPct val="110000"/>
              </a:lnSpc>
              <a:spcBef>
                <a:spcPts val="0"/>
              </a:spcBef>
              <a:spcAft>
                <a:spcPts val="0"/>
              </a:spcAft>
              <a:buNone/>
              <a:defRPr sz="2605" b="1">
                <a:solidFill>
                  <a:schemeClr val="tx1"/>
                </a:solidFill>
                <a:latin typeface="+mj-lt"/>
                <a:ea typeface="+mj-lt"/>
                <a:cs typeface="+mj-lt"/>
              </a:defRPr>
            </a:lvl6pPr>
            <a:lvl7pPr marL="0" indent="0" algn="ctr">
              <a:lnSpc>
                <a:spcPct val="110000"/>
              </a:lnSpc>
              <a:spcBef>
                <a:spcPts val="0"/>
              </a:spcBef>
              <a:spcAft>
                <a:spcPts val="0"/>
              </a:spcAft>
              <a:buNone/>
              <a:defRPr sz="2605" b="1">
                <a:solidFill>
                  <a:schemeClr val="tx1"/>
                </a:solidFill>
                <a:latin typeface="+mj-lt"/>
                <a:ea typeface="+mj-lt"/>
                <a:cs typeface="+mj-lt"/>
              </a:defRPr>
            </a:lvl7pPr>
            <a:lvl8pPr marL="0" indent="0" algn="ctr">
              <a:lnSpc>
                <a:spcPct val="110000"/>
              </a:lnSpc>
              <a:spcBef>
                <a:spcPts val="0"/>
              </a:spcBef>
              <a:spcAft>
                <a:spcPts val="0"/>
              </a:spcAft>
              <a:buNone/>
              <a:defRPr sz="2605" b="1">
                <a:solidFill>
                  <a:schemeClr val="tx1"/>
                </a:solidFill>
                <a:latin typeface="+mj-lt"/>
                <a:ea typeface="+mj-lt"/>
                <a:cs typeface="+mj-lt"/>
              </a:defRPr>
            </a:lvl8pPr>
            <a:lvl9pPr marL="0" indent="0" algn="ctr">
              <a:lnSpc>
                <a:spcPct val="110000"/>
              </a:lnSpc>
              <a:spcBef>
                <a:spcPts val="0"/>
              </a:spcBef>
              <a:spcAft>
                <a:spcPts val="0"/>
              </a:spcAft>
              <a:buNone/>
              <a:defRPr sz="2605"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935761-C2D6-4A5A-AF76-4F230C1B77AE}"/>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CEF0CF8B-9637-4C1C-B064-9CBBFC067DB9}"/>
              </a:ext>
            </a:extLst>
          </p:cNvPr>
          <p:cNvSpPr>
            <a:spLocks xmlns:a="http://schemas.openxmlformats.org/drawingml/2006/main" noGrp="1"/>
          </p:cNvSpPr>
          <p:nvPr>
            <p:ph type="body" idx="1"/>
          </p:nvPr>
        </p:nvSpPr>
        <p:spPr>
          <a:xfrm xmlns:a="http://schemas.openxmlformats.org/drawingml/2006/main">
            <a:off x="425410" y="2971271"/>
            <a:ext cx="6712029"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A448E0-E783-4EAE-B461-A7C4B775BE89}"/>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D6752693-930E-4C69-AF7C-EF9DE22E6C6B}"/>
              </a:ext>
            </a:extLst>
          </p:cNvPr>
          <p:cNvSpPr>
            <a:spLocks xmlns:a="http://schemas.openxmlformats.org/drawingml/2006/main" noGrp="1"/>
          </p:cNvSpPr>
          <p:nvPr>
            <p:ph type="body" idx="1"/>
          </p:nvPr>
        </p:nvSpPr>
        <p:spPr>
          <a:xfrm xmlns:a="http://schemas.openxmlformats.org/drawingml/2006/main">
            <a:off x="425410"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D41184CE-0F9D-4EBD-AF58-4322AB981B19}"/>
              </a:ext>
            </a:extLst>
          </p:cNvPr>
          <p:cNvSpPr>
            <a:spLocks xmlns:a="http://schemas.openxmlformats.org/drawingml/2006/main" noGrp="1"/>
          </p:cNvSpPr>
          <p:nvPr>
            <p:ph type="body" idx="2"/>
          </p:nvPr>
        </p:nvSpPr>
        <p:spPr>
          <a:xfrm xmlns:a="http://schemas.openxmlformats.org/drawingml/2006/main">
            <a:off x="4017764"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3" b="0">
                <a:solidFill>
                  <a:schemeClr val="tx1"/>
                </a:solidFill>
                <a:latin typeface="+mn-lt"/>
                <a:ea typeface="+mn-lt"/>
                <a:cs typeface="+mn-lt"/>
              </a:defRPr>
            </a:defPPr>
            <a:lvl1pPr marL="141803" indent="-141803" algn="l">
              <a:lnSpc>
                <a:spcPct val="110000"/>
              </a:lnSpc>
              <a:spcBef>
                <a:spcPts val="0"/>
              </a:spcBef>
              <a:spcAft>
                <a:spcPts val="744"/>
              </a:spcAft>
              <a:buChar char="•"/>
              <a:defRPr sz="1303" b="0">
                <a:solidFill>
                  <a:schemeClr val="tx1"/>
                </a:solidFill>
                <a:latin typeface="+mn-lt"/>
                <a:ea typeface="+mn-lt"/>
                <a:cs typeface="+mn-lt"/>
              </a:defRPr>
            </a:lvl1pPr>
            <a:lvl2pPr marL="330875" indent="-141803" algn="l">
              <a:lnSpc>
                <a:spcPct val="110000"/>
              </a:lnSpc>
              <a:spcBef>
                <a:spcPts val="0"/>
              </a:spcBef>
              <a:spcAft>
                <a:spcPts val="744"/>
              </a:spcAft>
              <a:buChar char="•"/>
              <a:defRPr sz="1303" b="0">
                <a:solidFill>
                  <a:schemeClr val="tx1"/>
                </a:solidFill>
                <a:latin typeface="+mn-lt"/>
                <a:ea typeface="+mn-lt"/>
                <a:cs typeface="+mn-lt"/>
              </a:defRPr>
            </a:lvl2pPr>
            <a:lvl3pPr marL="519946" indent="-141803" algn="l">
              <a:lnSpc>
                <a:spcPct val="110000"/>
              </a:lnSpc>
              <a:spcBef>
                <a:spcPts val="0"/>
              </a:spcBef>
              <a:spcAft>
                <a:spcPts val="744"/>
              </a:spcAft>
              <a:buChar char="•"/>
              <a:defRPr sz="1303" b="0">
                <a:solidFill>
                  <a:schemeClr val="tx1"/>
                </a:solidFill>
                <a:latin typeface="+mn-lt"/>
                <a:ea typeface="+mn-lt"/>
                <a:cs typeface="+mn-lt"/>
              </a:defRPr>
            </a:lvl3pPr>
            <a:lvl4pPr marL="709017" indent="-141803" algn="l">
              <a:lnSpc>
                <a:spcPct val="110000"/>
              </a:lnSpc>
              <a:spcBef>
                <a:spcPts val="0"/>
              </a:spcBef>
              <a:spcAft>
                <a:spcPts val="744"/>
              </a:spcAft>
              <a:buChar char="•"/>
              <a:defRPr sz="1303" b="0">
                <a:solidFill>
                  <a:schemeClr val="tx1"/>
                </a:solidFill>
                <a:latin typeface="+mn-lt"/>
                <a:ea typeface="+mn-lt"/>
                <a:cs typeface="+mn-lt"/>
              </a:defRPr>
            </a:lvl4pPr>
            <a:lvl5pPr marL="898088" indent="-141803" algn="l">
              <a:lnSpc>
                <a:spcPct val="110000"/>
              </a:lnSpc>
              <a:spcBef>
                <a:spcPts val="0"/>
              </a:spcBef>
              <a:spcAft>
                <a:spcPts val="744"/>
              </a:spcAft>
              <a:buChar char="•"/>
              <a:defRPr sz="1303" b="0">
                <a:solidFill>
                  <a:schemeClr val="tx1"/>
                </a:solidFill>
                <a:latin typeface="+mn-lt"/>
                <a:ea typeface="+mn-lt"/>
                <a:cs typeface="+mn-lt"/>
              </a:defRPr>
            </a:lvl5pPr>
            <a:lvl6pPr marL="1087160" indent="-141803" algn="l">
              <a:lnSpc>
                <a:spcPct val="110000"/>
              </a:lnSpc>
              <a:spcBef>
                <a:spcPts val="0"/>
              </a:spcBef>
              <a:spcAft>
                <a:spcPts val="744"/>
              </a:spcAft>
              <a:buChar char="•"/>
              <a:defRPr sz="1303" b="0">
                <a:solidFill>
                  <a:schemeClr val="tx1"/>
                </a:solidFill>
                <a:latin typeface="+mn-lt"/>
                <a:ea typeface="+mn-lt"/>
                <a:cs typeface="+mn-lt"/>
              </a:defRPr>
            </a:lvl6pPr>
            <a:lvl7pPr marL="1276231" indent="-141803" algn="l">
              <a:lnSpc>
                <a:spcPct val="110000"/>
              </a:lnSpc>
              <a:spcBef>
                <a:spcPts val="0"/>
              </a:spcBef>
              <a:spcAft>
                <a:spcPts val="744"/>
              </a:spcAft>
              <a:buChar char="•"/>
              <a:defRPr sz="1303" b="0">
                <a:solidFill>
                  <a:schemeClr val="tx1"/>
                </a:solidFill>
                <a:latin typeface="+mn-lt"/>
                <a:ea typeface="+mn-lt"/>
                <a:cs typeface="+mn-lt"/>
              </a:defRPr>
            </a:lvl7pPr>
            <a:lvl8pPr marL="1465302" indent="-141803" algn="l">
              <a:lnSpc>
                <a:spcPct val="110000"/>
              </a:lnSpc>
              <a:spcBef>
                <a:spcPts val="0"/>
              </a:spcBef>
              <a:spcAft>
                <a:spcPts val="744"/>
              </a:spcAft>
              <a:buChar char="•"/>
              <a:defRPr sz="1303" b="0">
                <a:solidFill>
                  <a:schemeClr val="tx1"/>
                </a:solidFill>
                <a:latin typeface="+mn-lt"/>
                <a:ea typeface="+mn-lt"/>
                <a:cs typeface="+mn-lt"/>
              </a:defRPr>
            </a:lvl8pPr>
            <a:lvl9pPr marL="1654373" indent="-141803" algn="l">
              <a:lnSpc>
                <a:spcPct val="110000"/>
              </a:lnSpc>
              <a:spcBef>
                <a:spcPts val="0"/>
              </a:spcBef>
              <a:spcAft>
                <a:spcPts val="744"/>
              </a:spcAft>
              <a:buChar char="•"/>
              <a:defRPr sz="1303"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2D2661-A4A4-4F0E-9534-06F8739B2D6F}"/>
              </a:ext>
            </a:extLst>
          </p:cNvPr>
          <p:cNvSpPr>
            <a:spLocks xmlns:a="http://schemas.openxmlformats.org/drawingml/2006/main" noGrp="1"/>
          </p:cNvSpPr>
          <p:nvPr>
            <p:ph type="title" idx="0"/>
          </p:nvPr>
        </p:nvSpPr>
        <p:spPr>
          <a:xfrm xmlns:a="http://schemas.openxmlformats.org/drawingml/2006/main">
            <a:off x="425410" y="831956"/>
            <a:ext cx="6712029" cy="130735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7" b="1">
                <a:solidFill>
                  <a:schemeClr val="tx1"/>
                </a:solidFill>
                <a:latin typeface="+mj-lt"/>
                <a:ea typeface="+mj-lt"/>
                <a:cs typeface="+mj-lt"/>
              </a:defRPr>
            </a:defPPr>
            <a:lvl1pPr marL="0" indent="0" algn="l">
              <a:lnSpc>
                <a:spcPct val="110000"/>
              </a:lnSpc>
              <a:spcBef>
                <a:spcPts val="0"/>
              </a:spcBef>
              <a:spcAft>
                <a:spcPts val="0"/>
              </a:spcAft>
              <a:buNone/>
              <a:defRPr sz="2047" b="1">
                <a:solidFill>
                  <a:schemeClr val="tx1"/>
                </a:solidFill>
                <a:latin typeface="+mj-lt"/>
                <a:ea typeface="+mj-lt"/>
                <a:cs typeface="+mj-lt"/>
              </a:defRPr>
            </a:lvl1pPr>
            <a:lvl2pPr marL="0" indent="0" algn="l">
              <a:lnSpc>
                <a:spcPct val="110000"/>
              </a:lnSpc>
              <a:spcBef>
                <a:spcPts val="0"/>
              </a:spcBef>
              <a:spcAft>
                <a:spcPts val="0"/>
              </a:spcAft>
              <a:buNone/>
              <a:defRPr sz="2047" b="1">
                <a:solidFill>
                  <a:schemeClr val="tx1"/>
                </a:solidFill>
                <a:latin typeface="+mj-lt"/>
                <a:ea typeface="+mj-lt"/>
                <a:cs typeface="+mj-lt"/>
              </a:defRPr>
            </a:lvl2pPr>
            <a:lvl3pPr marL="0" indent="0" algn="l">
              <a:lnSpc>
                <a:spcPct val="110000"/>
              </a:lnSpc>
              <a:spcBef>
                <a:spcPts val="0"/>
              </a:spcBef>
              <a:spcAft>
                <a:spcPts val="0"/>
              </a:spcAft>
              <a:buNone/>
              <a:defRPr sz="2047" b="1">
                <a:solidFill>
                  <a:schemeClr val="tx1"/>
                </a:solidFill>
                <a:latin typeface="+mj-lt"/>
                <a:ea typeface="+mj-lt"/>
                <a:cs typeface="+mj-lt"/>
              </a:defRPr>
            </a:lvl3pPr>
            <a:lvl4pPr marL="0" indent="0" algn="l">
              <a:lnSpc>
                <a:spcPct val="110000"/>
              </a:lnSpc>
              <a:spcBef>
                <a:spcPts val="0"/>
              </a:spcBef>
              <a:spcAft>
                <a:spcPts val="0"/>
              </a:spcAft>
              <a:buNone/>
              <a:defRPr sz="2047" b="1">
                <a:solidFill>
                  <a:schemeClr val="tx1"/>
                </a:solidFill>
                <a:latin typeface="+mj-lt"/>
                <a:ea typeface="+mj-lt"/>
                <a:cs typeface="+mj-lt"/>
              </a:defRPr>
            </a:lvl4pPr>
            <a:lvl5pPr marL="0" indent="0" algn="l">
              <a:lnSpc>
                <a:spcPct val="110000"/>
              </a:lnSpc>
              <a:spcBef>
                <a:spcPts val="0"/>
              </a:spcBef>
              <a:spcAft>
                <a:spcPts val="0"/>
              </a:spcAft>
              <a:buNone/>
              <a:defRPr sz="2047" b="1">
                <a:solidFill>
                  <a:schemeClr val="tx1"/>
                </a:solidFill>
                <a:latin typeface="+mj-lt"/>
                <a:ea typeface="+mj-lt"/>
                <a:cs typeface="+mj-lt"/>
              </a:defRPr>
            </a:lvl5pPr>
            <a:lvl6pPr marL="0" indent="0" algn="l">
              <a:lnSpc>
                <a:spcPct val="110000"/>
              </a:lnSpc>
              <a:spcBef>
                <a:spcPts val="0"/>
              </a:spcBef>
              <a:spcAft>
                <a:spcPts val="0"/>
              </a:spcAft>
              <a:buNone/>
              <a:defRPr sz="2047" b="1">
                <a:solidFill>
                  <a:schemeClr val="tx1"/>
                </a:solidFill>
                <a:latin typeface="+mj-lt"/>
                <a:ea typeface="+mj-lt"/>
                <a:cs typeface="+mj-lt"/>
              </a:defRPr>
            </a:lvl6pPr>
            <a:lvl7pPr marL="0" indent="0" algn="l">
              <a:lnSpc>
                <a:spcPct val="110000"/>
              </a:lnSpc>
              <a:spcBef>
                <a:spcPts val="0"/>
              </a:spcBef>
              <a:spcAft>
                <a:spcPts val="0"/>
              </a:spcAft>
              <a:buNone/>
              <a:defRPr sz="2047" b="1">
                <a:solidFill>
                  <a:schemeClr val="tx1"/>
                </a:solidFill>
                <a:latin typeface="+mj-lt"/>
                <a:ea typeface="+mj-lt"/>
                <a:cs typeface="+mj-lt"/>
              </a:defRPr>
            </a:lvl7pPr>
            <a:lvl8pPr marL="0" indent="0" algn="l">
              <a:lnSpc>
                <a:spcPct val="110000"/>
              </a:lnSpc>
              <a:spcBef>
                <a:spcPts val="0"/>
              </a:spcBef>
              <a:spcAft>
                <a:spcPts val="0"/>
              </a:spcAft>
              <a:buNone/>
              <a:defRPr sz="2047" b="1">
                <a:solidFill>
                  <a:schemeClr val="tx1"/>
                </a:solidFill>
                <a:latin typeface="+mj-lt"/>
                <a:ea typeface="+mj-lt"/>
                <a:cs typeface="+mj-lt"/>
              </a:defRPr>
            </a:lvl8pPr>
            <a:lvl9pPr marL="0" indent="0" algn="l">
              <a:lnSpc>
                <a:spcPct val="110000"/>
              </a:lnSpc>
              <a:spcBef>
                <a:spcPts val="0"/>
              </a:spcBef>
              <a:spcAft>
                <a:spcPts val="0"/>
              </a:spcAft>
              <a:buNone/>
              <a:defRPr sz="2047"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1505E31-3C39-45B0-9FCA-4E0A6102B9E1}"/>
              </a:ext>
            </a:extLst>
          </p:cNvPr>
          <p:cNvSpPr>
            <a:spLocks xmlns:a="http://schemas.openxmlformats.org/drawingml/2006/main" noGrp="1"/>
          </p:cNvSpPr>
          <p:nvPr>
            <p:ph type="body" idx="1"/>
          </p:nvPr>
        </p:nvSpPr>
        <p:spPr>
          <a:xfrm xmlns:a="http://schemas.openxmlformats.org/drawingml/2006/main">
            <a:off x="425410" y="2971271"/>
            <a:ext cx="3119676" cy="6655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6" b="0">
                <a:solidFill>
                  <a:schemeClr val="tx1"/>
                </a:solidFill>
                <a:latin typeface="+mn-lt"/>
                <a:ea typeface="+mn-lt"/>
                <a:cs typeface="+mn-lt"/>
              </a:defRPr>
            </a:defPPr>
            <a:lvl1pPr marL="141803" indent="-141803" algn="l">
              <a:lnSpc>
                <a:spcPct val="110000"/>
              </a:lnSpc>
              <a:spcBef>
                <a:spcPts val="0"/>
              </a:spcBef>
              <a:spcAft>
                <a:spcPts val="744"/>
              </a:spcAft>
              <a:buChar char="•"/>
              <a:defRPr sz="1396" b="0">
                <a:solidFill>
                  <a:schemeClr val="tx1"/>
                </a:solidFill>
                <a:latin typeface="+mn-lt"/>
                <a:ea typeface="+mn-lt"/>
                <a:cs typeface="+mn-lt"/>
              </a:defRPr>
            </a:lvl1pPr>
            <a:lvl2pPr marL="330875" indent="-141803" algn="l">
              <a:lnSpc>
                <a:spcPct val="110000"/>
              </a:lnSpc>
              <a:spcBef>
                <a:spcPts val="0"/>
              </a:spcBef>
              <a:spcAft>
                <a:spcPts val="744"/>
              </a:spcAft>
              <a:buChar char="•"/>
              <a:defRPr sz="1396" b="0">
                <a:solidFill>
                  <a:schemeClr val="tx1"/>
                </a:solidFill>
                <a:latin typeface="+mn-lt"/>
                <a:ea typeface="+mn-lt"/>
                <a:cs typeface="+mn-lt"/>
              </a:defRPr>
            </a:lvl2pPr>
            <a:lvl3pPr marL="519946" indent="-141803" algn="l">
              <a:lnSpc>
                <a:spcPct val="110000"/>
              </a:lnSpc>
              <a:spcBef>
                <a:spcPts val="0"/>
              </a:spcBef>
              <a:spcAft>
                <a:spcPts val="744"/>
              </a:spcAft>
              <a:buChar char="•"/>
              <a:defRPr sz="1396" b="0">
                <a:solidFill>
                  <a:schemeClr val="tx1"/>
                </a:solidFill>
                <a:latin typeface="+mn-lt"/>
                <a:ea typeface="+mn-lt"/>
                <a:cs typeface="+mn-lt"/>
              </a:defRPr>
            </a:lvl3pPr>
            <a:lvl4pPr marL="709017" indent="-141803" algn="l">
              <a:lnSpc>
                <a:spcPct val="110000"/>
              </a:lnSpc>
              <a:spcBef>
                <a:spcPts val="0"/>
              </a:spcBef>
              <a:spcAft>
                <a:spcPts val="744"/>
              </a:spcAft>
              <a:buChar char="•"/>
              <a:defRPr sz="1396" b="0">
                <a:solidFill>
                  <a:schemeClr val="tx1"/>
                </a:solidFill>
                <a:latin typeface="+mn-lt"/>
                <a:ea typeface="+mn-lt"/>
                <a:cs typeface="+mn-lt"/>
              </a:defRPr>
            </a:lvl4pPr>
            <a:lvl5pPr marL="898088" indent="-141803" algn="l">
              <a:lnSpc>
                <a:spcPct val="110000"/>
              </a:lnSpc>
              <a:spcBef>
                <a:spcPts val="0"/>
              </a:spcBef>
              <a:spcAft>
                <a:spcPts val="744"/>
              </a:spcAft>
              <a:buChar char="•"/>
              <a:defRPr sz="1396" b="0">
                <a:solidFill>
                  <a:schemeClr val="tx1"/>
                </a:solidFill>
                <a:latin typeface="+mn-lt"/>
                <a:ea typeface="+mn-lt"/>
                <a:cs typeface="+mn-lt"/>
              </a:defRPr>
            </a:lvl5pPr>
            <a:lvl6pPr marL="1087160" indent="-141803" algn="l">
              <a:lnSpc>
                <a:spcPct val="110000"/>
              </a:lnSpc>
              <a:spcBef>
                <a:spcPts val="0"/>
              </a:spcBef>
              <a:spcAft>
                <a:spcPts val="744"/>
              </a:spcAft>
              <a:buChar char="•"/>
              <a:defRPr sz="1396" b="0">
                <a:solidFill>
                  <a:schemeClr val="tx1"/>
                </a:solidFill>
                <a:latin typeface="+mn-lt"/>
                <a:ea typeface="+mn-lt"/>
                <a:cs typeface="+mn-lt"/>
              </a:defRPr>
            </a:lvl6pPr>
            <a:lvl7pPr marL="1276231" indent="-141803" algn="l">
              <a:lnSpc>
                <a:spcPct val="110000"/>
              </a:lnSpc>
              <a:spcBef>
                <a:spcPts val="0"/>
              </a:spcBef>
              <a:spcAft>
                <a:spcPts val="744"/>
              </a:spcAft>
              <a:buChar char="•"/>
              <a:defRPr sz="1396" b="0">
                <a:solidFill>
                  <a:schemeClr val="tx1"/>
                </a:solidFill>
                <a:latin typeface="+mn-lt"/>
                <a:ea typeface="+mn-lt"/>
                <a:cs typeface="+mn-lt"/>
              </a:defRPr>
            </a:lvl7pPr>
            <a:lvl8pPr marL="1465302" indent="-141803" algn="l">
              <a:lnSpc>
                <a:spcPct val="110000"/>
              </a:lnSpc>
              <a:spcBef>
                <a:spcPts val="0"/>
              </a:spcBef>
              <a:spcAft>
                <a:spcPts val="744"/>
              </a:spcAft>
              <a:buChar char="•"/>
              <a:defRPr sz="1396" b="0">
                <a:solidFill>
                  <a:schemeClr val="tx1"/>
                </a:solidFill>
                <a:latin typeface="+mn-lt"/>
                <a:ea typeface="+mn-lt"/>
                <a:cs typeface="+mn-lt"/>
              </a:defRPr>
            </a:lvl8pPr>
            <a:lvl9pPr marL="1654373" indent="-141803" algn="l">
              <a:lnSpc>
                <a:spcPct val="110000"/>
              </a:lnSpc>
              <a:spcBef>
                <a:spcPts val="0"/>
              </a:spcBef>
              <a:spcAft>
                <a:spcPts val="744"/>
              </a:spcAft>
              <a:buChar char="•"/>
              <a:defRPr sz="1396"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c97ef1558d4407" /><Relationship Type="http://schemas.openxmlformats.org/officeDocument/2006/relationships/slideLayout" Target="/ppt/slideLayouts/slideLayout1.xml" Id="Rb75db68c4aef4aef" /><Relationship Type="http://schemas.openxmlformats.org/officeDocument/2006/relationships/slideLayout" Target="/ppt/slideLayouts/slideLayout2.xml" Id="R42a411c28af44e00" /><Relationship Type="http://schemas.openxmlformats.org/officeDocument/2006/relationships/slideLayout" Target="/ppt/slideLayouts/slideLayout3.xml" Id="R8f236460dbf94c4e" /><Relationship Type="http://schemas.openxmlformats.org/officeDocument/2006/relationships/slideLayout" Target="/ppt/slideLayouts/slideLayout4.xml" Id="R0744fac5c5f743e4" /><Relationship Type="http://schemas.openxmlformats.org/officeDocument/2006/relationships/slideLayout" Target="/ppt/slideLayouts/slideLayout5.xml" Id="R9b2b8cb32c634b7f" /><Relationship Type="http://schemas.openxmlformats.org/officeDocument/2006/relationships/slideLayout" Target="/ppt/slideLayouts/slideLayout6.xml" Id="Rd2510a8b50e646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5db68c4aef4aef"/>
    <p:sldLayoutId xmlns:r="http://schemas.openxmlformats.org/officeDocument/2006/relationships" id="2147483650" r:id="R42a411c28af44e00"/>
    <p:sldLayoutId xmlns:r="http://schemas.openxmlformats.org/officeDocument/2006/relationships" id="2147483651" r:id="R8f236460dbf94c4e"/>
    <p:sldLayoutId xmlns:r="http://schemas.openxmlformats.org/officeDocument/2006/relationships" id="2147483652" r:id="R0744fac5c5f743e4"/>
    <p:sldLayoutId xmlns:r="http://schemas.openxmlformats.org/officeDocument/2006/relationships" id="2147483653" r:id="R9b2b8cb32c634b7f"/>
    <p:sldLayoutId xmlns:r="http://schemas.openxmlformats.org/officeDocument/2006/relationships" id="2147483654" r:id="Rd2510a8b50e646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65a2af797b4f81" /><Relationship Type="http://schemas.openxmlformats.org/officeDocument/2006/relationships/image" Target="/ppt/media/image.jpeg" Id="Re955a7ce74f24257" /><Relationship Type="http://schemas.openxmlformats.org/officeDocument/2006/relationships/image" Target="/ppt/media/image2.jpeg" Id="R1f6f67477342474c" /><Relationship Type="http://schemas.openxmlformats.org/officeDocument/2006/relationships/image" Target="/ppt/media/image.png" Id="Rcd5ad44900d346f2" /><Relationship Type="http://schemas.openxmlformats.org/officeDocument/2006/relationships/image" Target="/ppt/media/image2.png" Id="R46c2be47f5dd4e08" /><Relationship Type="http://schemas.openxmlformats.org/officeDocument/2006/relationships/image" Target="/ppt/media/image3.png" Id="R2a15f3bc1629403f" /><Relationship Type="http://schemas.openxmlformats.org/officeDocument/2006/relationships/image" Target="/ppt/media/image4.png" Id="R9e90a247e41b4bd3" /><Relationship Type="http://schemas.openxmlformats.org/officeDocument/2006/relationships/notesSlide" Target="/ppt/notesSlides/notesSlide1.xml" Id="R48a577e8285f4d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746df766a9141a3" /><Relationship Type="http://schemas.openxmlformats.org/officeDocument/2006/relationships/image" Target="/ppt/media/image3.jpeg" Id="Red9cd503942043b8" /><Relationship Type="http://schemas.openxmlformats.org/officeDocument/2006/relationships/image" Target="/ppt/media/image.png" Id="Rae838e76f1b04e0b" /><Relationship Type="http://schemas.openxmlformats.org/officeDocument/2006/relationships/hyperlink" Target="https://www.tedxwushs.com/" TargetMode="External" Id="R0f9762ebad804981" /><Relationship Type="http://schemas.openxmlformats.org/officeDocument/2006/relationships/notesSlide" Target="/ppt/notesSlides/notesSlide2.xml" Id="R3828cb169ae3480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3" name="図 42">
            <a:extLst xmlns:a="http://schemas.openxmlformats.org/drawingml/2006/main">
              <a:ext uri="{FF2B5EF4-FFF2-40B4-BE49-F238E27FC236}">
                <a16:creationId xmlns:a16="http://schemas.microsoft.com/office/drawing/2014/main" id="{AA0EFB15-59A0-43BC-8FD9-B0B1C3324D79}"/>
              </a:ext>
            </a:extLst>
          </p:cNvPr>
          <p:cNvPicPr>
            <a:picLocks xmlns:a="http://schemas.openxmlformats.org/drawingml/2006/main" noChangeAspect="1"/>
          </p:cNvPicPr>
          <p:nvPr/>
        </p:nvPicPr>
        <p:blipFill>
          <a:blip xmlns:r="http://schemas.openxmlformats.org/officeDocument/2006/relationships" xmlns:a="http://schemas.openxmlformats.org/drawingml/2006/main" r:embed="Re955a7ce74f24257"/>
          <a:srcRect xmlns:a="http://schemas.openxmlformats.org/drawingml/2006/main" l="0" t="44120" r="0" b="22835"/>
          <a:stretch xmlns:a="http://schemas.openxmlformats.org/drawingml/2006/main">
            <a:fillRect l="0" t="0" r="0" b="0"/>
          </a:stretch>
        </p:blipFill>
        <p:spPr>
          <a:xfrm xmlns:a="http://schemas.openxmlformats.org/drawingml/2006/main">
            <a:off x="58099" y="5099661"/>
            <a:ext cx="6862231" cy="3206139"/>
          </a:xfrm>
          <a:prstGeom xmlns:a="http://schemas.openxmlformats.org/drawingml/2006/main" prst="rect">
            <a:avLst/>
          </a:prstGeom>
        </p:spPr>
      </p:pic>
      <p:pic>
        <p:nvPicPr>
          <p:cNvPr id="39" name="図 38">
            <a:extLst xmlns:a="http://schemas.openxmlformats.org/drawingml/2006/main">
              <a:ext uri="{FF2B5EF4-FFF2-40B4-BE49-F238E27FC236}">
                <a16:creationId xmlns:a16="http://schemas.microsoft.com/office/drawing/2014/main" id="{238AEEA7-0878-4481-8E03-D453A4700278}"/>
              </a:ext>
            </a:extLst>
          </p:cNvPr>
          <p:cNvPicPr>
            <a:picLocks xmlns:a="http://schemas.openxmlformats.org/drawingml/2006/main" noChangeAspect="1"/>
          </p:cNvPicPr>
          <p:nvPr/>
        </p:nvPicPr>
        <p:blipFill>
          <a:blip xmlns:r="http://schemas.openxmlformats.org/officeDocument/2006/relationships" xmlns:a="http://schemas.openxmlformats.org/drawingml/2006/main" r:embed="R1f6f67477342474c">
            <a:alphaModFix amt="85000"/>
          </a:blip>
          <a:srcRect xmlns:a="http://schemas.openxmlformats.org/drawingml/2006/main" l="0" t="0" r="0" b="400"/>
          <a:stretch xmlns:a="http://schemas.openxmlformats.org/drawingml/2006/main">
            <a:fillRect l="0" t="0" r="0" b="0"/>
          </a:stretch>
        </p:blipFill>
        <p:spPr>
          <a:xfrm xmlns:a="http://schemas.openxmlformats.org/drawingml/2006/main">
            <a:off x="-15614" y="-2224215"/>
            <a:ext cx="7578464" cy="5661110"/>
          </a:xfrm>
        </p:spPr>
      </p:pic>
      <p:sp>
        <p:nvSpPr>
          <p:cNvPr id="22" name="八角形 21">
            <a:extLst xmlns:a="http://schemas.openxmlformats.org/drawingml/2006/main">
              <a:ext uri="{FF2B5EF4-FFF2-40B4-BE49-F238E27FC236}">
                <a16:creationId xmlns:a16="http://schemas.microsoft.com/office/drawing/2014/main" id="{E3BB4370-C2F2-4641-A62C-13BC3F22F487}"/>
              </a:ext>
            </a:extLst>
          </p:cNvPr>
          <p:cNvSpPr>
            <a:spLocks xmlns:a="http://schemas.openxmlformats.org/drawingml/2006/main" noGrp="1"/>
          </p:cNvSpPr>
          <p:nvPr/>
        </p:nvSpPr>
        <p:spPr>
          <a:xfrm xmlns:a="http://schemas.openxmlformats.org/drawingml/2006/main">
            <a:off x="323850" y="8991600"/>
            <a:ext cx="2800350" cy="1200150"/>
          </a:xfrm>
          <a:prstGeom xmlns:a="http://schemas.openxmlformats.org/drawingml/2006/main" prst="octagon">
            <a:avLst>
              <a:gd name="adj" fmla="val 0"/>
            </a:avLst>
          </a:prstGeom>
          <a:gradFill xmlns:a="http://schemas.openxmlformats.org/drawingml/2006/main">
            <a:gsLst>
              <a:gs pos="0">
                <a:srgbClr val="E89A8F"/>
              </a:gs>
              <a:gs pos="100000">
                <a:srgbClr val="93B8A0"/>
              </a:gs>
            </a:gsLst>
            <a:lin ang="8100000"/>
          </a:gradFill>
          <a:ln xmlns:a="http://schemas.openxmlformats.org/drawingml/2006/main" w="0">
            <a:noFill/>
            <a:prstDash val="solid"/>
          </a:ln>
        </p:spPr>
      </p:sp>
      <p:sp>
        <p:nvSpPr>
          <p:cNvPr id="3" name="Ideas change">
            <a:extLst xmlns:a="http://schemas.openxmlformats.org/drawingml/2006/main">
              <a:ext uri="{FF2B5EF4-FFF2-40B4-BE49-F238E27FC236}">
                <a16:creationId xmlns:a16="http://schemas.microsoft.com/office/drawing/2014/main" id="{69285FEB-CF36-4645-B76C-23BDC521A0AB}"/>
              </a:ext>
            </a:extLst>
          </p:cNvPr>
          <p:cNvSpPr>
            <a:spLocks xmlns:a="http://schemas.openxmlformats.org/drawingml/2006/main" noGrp="1"/>
          </p:cNvSpPr>
          <p:nvPr/>
        </p:nvSpPr>
        <p:spPr>
          <a:xfrm xmlns:a="http://schemas.openxmlformats.org/drawingml/2006/main">
            <a:off x="495300" y="647700"/>
            <a:ext cx="4905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xmlns:a="http://schemas.openxmlformats.org/drawingml/2006/main">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xmlns:a="http://schemas.openxmlformats.org/drawingml/2006/main">
              <a:ext uri="{FF2B5EF4-FFF2-40B4-BE49-F238E27FC236}">
                <a16:creationId xmlns:a16="http://schemas.microsoft.com/office/drawing/2014/main" id="{A1C5A8C6-0CD5-4B05-A93B-6B179512A2C4}"/>
              </a:ext>
            </a:extLst>
          </p:cNvPr>
          <p:cNvSpPr>
            <a:spLocks xmlns:a="http://schemas.openxmlformats.org/drawingml/2006/main" noGrp="1"/>
          </p:cNvSpPr>
          <p:nvPr/>
        </p:nvSpPr>
        <p:spPr>
          <a:xfrm xmlns:a="http://schemas.openxmlformats.org/drawingml/2006/main">
            <a:off x="885638" y="126455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xmlns:a="http://schemas.openxmlformats.org/drawingml/2006/main">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xmlns:a="http://schemas.openxmlformats.org/drawingml/2006/main">
              <a:ext uri="{FF2B5EF4-FFF2-40B4-BE49-F238E27FC236}">
                <a16:creationId xmlns:a16="http://schemas.microsoft.com/office/drawing/2014/main" id="{96C6E528-3EEF-4D1F-82AE-0A43B85E4835}"/>
              </a:ext>
            </a:extLst>
          </p:cNvPr>
          <p:cNvSpPr>
            <a:spLocks xmlns:a="http://schemas.openxmlformats.org/drawingml/2006/main" noGrp="1"/>
          </p:cNvSpPr>
          <p:nvPr/>
        </p:nvSpPr>
        <p:spPr>
          <a:xfrm xmlns:a="http://schemas.openxmlformats.org/drawingml/2006/main">
            <a:off x="6692265" y="765175"/>
            <a:ext cx="304800" cy="1177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wrap="square" lIns="0" tIns="7200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xmlns:a="http://schemas.openxmlformats.org/drawingml/2006/main">
            <a:pPr algn="ctr">
              <a:lnSpc>
                <a:spcPct val="78000"/>
              </a:lnSpc>
              <a:buNone/>
              <a:defRPr sz="1500" b="1">
                <a:solidFill>
                  <a:srgbClr val="242124"/>
                </a:solidFill>
                <a:latin typeface="Noto Sans JP"/>
                <a:ea typeface="Noto Sans JP"/>
                <a:cs typeface="Noto Sans JP"/>
              </a:defRPr>
            </a:pPr>
            <a:endParaRPr sz="1500" b="1">
              <a:solidFill>
                <a:srgbClr val="242124"/>
              </a:solidFill>
              <a:latin typeface="Noto Sans JP"/>
              <a:ea typeface="Noto Sans JP"/>
              <a:cs typeface="Noto Sans JP"/>
            </a:endParaRPr>
          </a:p>
        </p:txBody>
      </p:sp>
      <p:sp>
        <p:nvSpPr>
          <p:cNvPr id="6" name="正方形/長方形 5">
            <a:extLst xmlns:a="http://schemas.openxmlformats.org/drawingml/2006/main">
              <a:ext uri="{FF2B5EF4-FFF2-40B4-BE49-F238E27FC236}">
                <a16:creationId xmlns:a16="http://schemas.microsoft.com/office/drawing/2014/main" id="{F401F79B-8BE1-4208-B05E-BF5AD9A38395}"/>
              </a:ext>
            </a:extLst>
          </p:cNvPr>
          <p:cNvSpPr>
            <a:spLocks xmlns:a="http://schemas.openxmlformats.org/drawingml/2006/main" noGrp="1"/>
          </p:cNvSpPr>
          <p:nvPr/>
        </p:nvSpPr>
        <p:spPr>
          <a:xfrm xmlns:a="http://schemas.openxmlformats.org/drawingml/2006/main">
            <a:off x="6263640" y="1192530"/>
            <a:ext cx="318135" cy="2012633"/>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wrap="square" lIns="0" tIns="10800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世界</a:t>
            </a:r>
            <a:endParaRPr sz="1500" b="1">
              <a:solidFill>
                <a:srgbClr val="242124"/>
              </a:solidFill>
              <a:latin typeface="Noto Sans JP"/>
              <a:ea typeface="Noto Sans JP"/>
              <a:cs typeface="Noto Sans JP"/>
            </a:endParaRP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endParaRPr sz="1500" b="1">
              <a:solidFill>
                <a:srgbClr val="FF0000"/>
              </a:solidFill>
              <a:latin typeface="Noto Sans JP"/>
              <a:ea typeface="Noto Sans JP"/>
              <a:cs typeface="Noto Sans JP"/>
            </a:endParaRPr>
          </a:p>
        </p:txBody>
      </p:sp>
      <p:sp>
        <p:nvSpPr>
          <p:cNvPr id="7" name="正方形/長方形 6">
            <a:extLst xmlns:a="http://schemas.openxmlformats.org/drawingml/2006/main">
              <a:ext uri="{FF2B5EF4-FFF2-40B4-BE49-F238E27FC236}">
                <a16:creationId xmlns:a16="http://schemas.microsoft.com/office/drawing/2014/main" id="{3DF63E7F-9238-4DB4-838D-3ACC6011DD9A}"/>
              </a:ext>
            </a:extLst>
          </p:cNvPr>
          <p:cNvSpPr>
            <a:spLocks xmlns:a="http://schemas.openxmlformats.org/drawingml/2006/main" noGrp="1"/>
          </p:cNvSpPr>
          <p:nvPr/>
        </p:nvSpPr>
        <p:spPr>
          <a:xfrm xmlns:a="http://schemas.openxmlformats.org/drawingml/2006/main">
            <a:off x="586740" y="25527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xmlns:a="http://schemas.openxmlformats.org/drawingml/2006/main">
            <a:pPr>
              <a:buNone/>
              <a:defRPr sz="2100" b="1">
                <a:solidFill>
                  <a:srgbClr val="E62B34"/>
                </a:solidFill>
                <a:latin typeface="Noto Sans JP"/>
                <a:ea typeface="Noto Sans JP"/>
                <a:cs typeface="Noto Sans JP"/>
              </a:defRPr>
            </a:pPr>
            <a:r>
              <a:rPr sz="2100" b="1">
                <a:solidFill>
                  <a:srgbClr val="E62B34"/>
                </a:solidFill>
                <a:latin typeface="Arial Black"/>
                <a:ea typeface="Arial Black"/>
                <a:cs typeface="Arial Black"/>
              </a:rPr>
              <a:t>TEDxWUSHS</a:t>
            </a:r>
            <a:r>
              <a:rPr sz="2100" b="1">
                <a:solidFill>
                  <a:srgbClr val="E62B34"/>
                </a:solidFill>
                <a:latin typeface="Arial Black"/>
                <a:ea typeface="Arial Black"/>
                <a:cs typeface="Arial Black"/>
              </a:rPr>
              <a:t> Youth </a:t>
            </a:r>
            <a:r>
              <a:rPr sz="2100" b="1">
                <a:solidFill>
                  <a:srgbClr val="E62B34"/>
                </a:solidFill>
                <a:latin typeface="Arial Black"/>
                <a:ea typeface="Arial Black"/>
                <a:cs typeface="Arial Black"/>
              </a:rPr>
              <a:t>とは</a:t>
            </a:r>
            <a:endParaRPr sz="2100" b="1">
              <a:solidFill>
                <a:srgbClr val="E62B34"/>
              </a:solidFill>
              <a:latin typeface="Arial Black"/>
              <a:ea typeface="Arial Black"/>
              <a:cs typeface="Arial Black"/>
            </a:endParaRPr>
          </a:p>
        </p:txBody>
      </p:sp>
      <p:sp>
        <p:nvSpPr>
          <p:cNvPr id="8" name="正方形/長方形 7">
            <a:extLst xmlns:a="http://schemas.openxmlformats.org/drawingml/2006/main">
              <a:ext uri="{FF2B5EF4-FFF2-40B4-BE49-F238E27FC236}">
                <a16:creationId xmlns:a16="http://schemas.microsoft.com/office/drawing/2014/main" id="{94F5B4A2-CFA4-4943-98F2-7096EFC1E510}"/>
              </a:ext>
            </a:extLst>
          </p:cNvPr>
          <p:cNvSpPr>
            <a:spLocks xmlns:a="http://schemas.openxmlformats.org/drawingml/2006/main" noGrp="1"/>
          </p:cNvSpPr>
          <p:nvPr/>
        </p:nvSpPr>
        <p:spPr>
          <a:xfrm xmlns:a="http://schemas.openxmlformats.org/drawingml/2006/main">
            <a:off x="495300" y="2962275"/>
            <a:ext cx="56578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xmlns:a="http://schemas.openxmlformats.org/drawingml/2006/main">
            <a:r>
              <a:rPr b="1"/>
              <a:t>TEDx </a:t>
            </a:r>
            <a:r>
              <a:rPr b="1"/>
              <a:t>WUSHS</a:t>
            </a:r>
            <a:r>
              <a:rPr b="1"/>
              <a:t> Youth </a:t>
            </a:r>
            <a:r>
              <a:rPr b="1"/>
              <a:t>は、早稲田大学高等学院の生徒が主体となり、独立して企画・運営する</a:t>
            </a:r>
            <a:r>
              <a:rPr b="1"/>
              <a:t>TEDx</a:t>
            </a:r>
            <a:r>
              <a:rPr b="1"/>
              <a:t>イベントです。学院入学前、在学中、あるいは卒業後にユニークな経験を積んできたスピーカーを招き、その経験から得られた知見やアイデアを共有していただきます。本イベントは、主に現役の学院生をオーディエンスとして、普段の学校生活では得られないような新しい発見や視点に触れる機会、交流の場を提供することを目指しています。</a:t>
            </a:r>
          </a:p>
          <a:p xmlns:a="http://schemas.openxmlformats.org/drawingml/2006/main">
            <a:r>
              <a:rPr b="1"/>
              <a:t>また、「</a:t>
            </a:r>
            <a:r>
              <a:rPr b="1"/>
              <a:t>WUSHS</a:t>
            </a:r>
            <a:r>
              <a:rPr b="1"/>
              <a:t>」は</a:t>
            </a:r>
            <a:r>
              <a:rPr b="1"/>
              <a:t>Waseda University Senior High School</a:t>
            </a:r>
            <a:r>
              <a:rPr b="1"/>
              <a:t>の略称であり、早稲田大学の附属高校としてのコミュニティを表しています。</a:t>
            </a:r>
            <a:endParaRPr b="1"/>
          </a:p>
        </p:txBody>
      </p:sp>
      <p:sp>
        <p:nvSpPr>
          <p:cNvPr id="11" name="正方形/長方形 10">
            <a:extLst xmlns:a="http://schemas.openxmlformats.org/drawingml/2006/main">
              <a:ext uri="{FF2B5EF4-FFF2-40B4-BE49-F238E27FC236}">
                <a16:creationId xmlns:a16="http://schemas.microsoft.com/office/drawing/2014/main" id="{0EA2C53C-2A60-4594-8D61-FD045B1BCDF4}"/>
              </a:ext>
            </a:extLst>
          </p:cNvPr>
          <p:cNvSpPr>
            <a:spLocks xmlns:a="http://schemas.openxmlformats.org/drawingml/2006/main" noGrp="1"/>
          </p:cNvSpPr>
          <p:nvPr/>
        </p:nvSpPr>
        <p:spPr>
          <a:xfrm xmlns:a="http://schemas.openxmlformats.org/drawingml/2006/main">
            <a:off x="586740" y="4207929"/>
            <a:ext cx="3514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xmlns:a="http://schemas.openxmlformats.org/drawingml/2006/main">
            <a:pPr>
              <a:buNone/>
              <a:defRPr sz="1575" b="1">
                <a:solidFill>
                  <a:srgbClr val="E62B34"/>
                </a:solidFill>
                <a:latin typeface="Noto Sans JP"/>
                <a:ea typeface="Noto Sans JP"/>
                <a:cs typeface="Noto Sans JP"/>
              </a:defRPr>
            </a:pPr>
            <a:r>
              <a:rPr sz="2000" b="1">
                <a:solidFill>
                  <a:srgbClr val="E62B34"/>
                </a:solidFill>
                <a:latin typeface="Arial Black"/>
                <a:ea typeface="Arial Black"/>
                <a:cs typeface="Arial Black"/>
              </a:rPr>
              <a:t>TEDxWUSHS</a:t>
            </a:r>
            <a:r>
              <a:rPr sz="2000" b="1">
                <a:solidFill>
                  <a:srgbClr val="E62B34"/>
                </a:solidFill>
                <a:latin typeface="Arial Black"/>
                <a:ea typeface="Arial Black"/>
                <a:cs typeface="Arial Black"/>
              </a:rPr>
              <a:t> Youth 2026</a:t>
            </a:r>
          </a:p>
        </p:txBody>
      </p:sp>
      <p:sp>
        <p:nvSpPr>
          <p:cNvPr id="13" name="正方形/長方形 12">
            <a:extLst xmlns:a="http://schemas.openxmlformats.org/drawingml/2006/main">
              <a:ext uri="{FF2B5EF4-FFF2-40B4-BE49-F238E27FC236}">
                <a16:creationId xmlns:a16="http://schemas.microsoft.com/office/drawing/2014/main" id="{245F1E11-6F2A-40B9-871E-6B0E95A294F0}"/>
              </a:ext>
            </a:extLst>
          </p:cNvPr>
          <p:cNvSpPr>
            <a:spLocks xmlns:a="http://schemas.openxmlformats.org/drawingml/2006/main" noGrp="1"/>
          </p:cNvSpPr>
          <p:nvPr/>
        </p:nvSpPr>
        <p:spPr>
          <a:xfrm xmlns:a="http://schemas.openxmlformats.org/drawingml/2006/main">
            <a:off x="495299" y="4565688"/>
            <a:ext cx="6682741" cy="62187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xmlns:a="http://schemas.openxmlformats.org/drawingml/2006/main">
            <a:pPr>
              <a:lnSpc>
                <a:spcPct val="122000"/>
              </a:lnSpc>
              <a:buNone/>
              <a:defRPr sz="840" b="1">
                <a:solidFill>
                  <a:srgbClr val="242124"/>
                </a:solidFill>
                <a:latin typeface="Noto Sans JP"/>
                <a:ea typeface="Noto Sans JP"/>
                <a:cs typeface="Noto Sans JP"/>
              </a:defRPr>
            </a:pPr>
            <a:r>
              <a:rPr sz="1050"/>
              <a:t>2026年度は、さまざまな分野で活躍する高等学院の在校生・卒業生（OB）・教員をスピーカーとして迎え、2026年10月31日（土） に開催し</a:t>
            </a:r>
            <a:r>
              <a:rPr sz="1050"/>
              <a:t>ています。各スピーカーのトークについては、後日</a:t>
            </a:r>
            <a:r>
              <a:rPr sz="1050"/>
              <a:t>TED</a:t>
            </a:r>
            <a:r>
              <a:rPr sz="1050"/>
              <a:t>の</a:t>
            </a:r>
            <a:r>
              <a:rPr sz="1050"/>
              <a:t>YouTube</a:t>
            </a:r>
            <a:r>
              <a:rPr sz="1050"/>
              <a:t>公式上でアップロードされます。その連絡や当日の様子等を含めて</a:t>
            </a:r>
            <a:r>
              <a:rPr sz="1050"/>
              <a:t>SNS</a:t>
            </a:r>
            <a:r>
              <a:rPr sz="1050"/>
              <a:t>で発信していきます。</a:t>
            </a:r>
            <a:endParaRPr sz="1050" b="1">
              <a:solidFill>
                <a:srgbClr val="242124"/>
              </a:solidFill>
              <a:latin typeface="Noto Sans JP"/>
              <a:ea typeface="Noto Sans JP"/>
              <a:cs typeface="Noto Sans JP"/>
            </a:endParaRPr>
          </a:p>
        </p:txBody>
      </p:sp>
      <p:sp>
        <p:nvSpPr>
          <p:cNvPr id="23" name="正方形/長方形 22">
            <a:extLst xmlns:a="http://schemas.openxmlformats.org/drawingml/2006/main">
              <a:ext uri="{FF2B5EF4-FFF2-40B4-BE49-F238E27FC236}">
                <a16:creationId xmlns:a16="http://schemas.microsoft.com/office/drawing/2014/main" id="{47AB80E6-9934-480E-9DA1-488CDF17C90E}"/>
              </a:ext>
            </a:extLst>
          </p:cNvPr>
          <p:cNvSpPr>
            <a:spLocks xmlns:a="http://schemas.openxmlformats.org/drawingml/2006/main" noGrp="1"/>
          </p:cNvSpPr>
          <p:nvPr/>
        </p:nvSpPr>
        <p:spPr>
          <a:xfrm xmlns:a="http://schemas.openxmlformats.org/drawingml/2006/main">
            <a:off x="447675" y="8629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xmlns:a="http://schemas.openxmlformats.org/drawingml/2006/main">
            <a:pPr algn="l">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ブースについて</a:t>
            </a:r>
            <a:endParaRPr sz="1350" b="1">
              <a:solidFill>
                <a:srgbClr val="E62B34"/>
              </a:solidFill>
              <a:latin typeface="Noto Sans JP"/>
              <a:ea typeface="Noto Sans JP"/>
              <a:cs typeface="Noto Sans JP"/>
            </a:endParaRPr>
          </a:p>
        </p:txBody>
      </p:sp>
      <p:pic>
        <p:nvPicPr>
          <p:cNvPr id="25" name="図 24">
            <a:extLst xmlns:a="http://schemas.openxmlformats.org/drawingml/2006/main">
              <a:ext uri="{FF2B5EF4-FFF2-40B4-BE49-F238E27FC236}">
                <a16:creationId xmlns:a16="http://schemas.microsoft.com/office/drawing/2014/main" id="{64F73102-2BF4-444B-A489-1896D8BDDA67}"/>
              </a:ext>
            </a:extLst>
          </p:cNvPr>
          <p:cNvPicPr>
            <a:picLocks xmlns:a="http://schemas.openxmlformats.org/drawingml/2006/main" noChangeAspect="1"/>
          </p:cNvPicPr>
          <p:nvPr/>
        </p:nvPicPr>
        <p:blipFill>
          <a:blip xmlns:r="http://schemas.openxmlformats.org/officeDocument/2006/relationships" xmlns:a="http://schemas.openxmlformats.org/drawingml/2006/main" r:embed="Rcd5ad44900d346f2"/>
          <a:stretch xmlns:a="http://schemas.openxmlformats.org/drawingml/2006/main"/>
        </p:blipFill>
        <p:spPr>
          <a:xfrm xmlns:a="http://schemas.openxmlformats.org/drawingml/2006/main">
            <a:off x="323850" y="10334625"/>
            <a:ext cx="1752600" cy="276225"/>
          </a:xfrm>
          <a:prstGeom xmlns:a="http://schemas.openxmlformats.org/drawingml/2006/main" prst="rect">
            <a:avLst/>
          </a:prstGeom>
        </p:spPr>
      </p:pic>
      <p:sp>
        <p:nvSpPr>
          <p:cNvPr id="33" name="正方形/長方形 32">
            <a:extLst xmlns:a="http://schemas.openxmlformats.org/drawingml/2006/main">
              <a:ext uri="{FF2B5EF4-FFF2-40B4-BE49-F238E27FC236}">
                <a16:creationId xmlns:a16="http://schemas.microsoft.com/office/drawing/2014/main" id="{9FD1C34B-0FA0-7388-8C95-D4AD88D9B776}"/>
              </a:ext>
            </a:extLst>
          </p:cNvPr>
          <p:cNvSpPr>
            <a:spLocks xmlns:a="http://schemas.openxmlformats.org/drawingml/2006/main" noGrp="1"/>
          </p:cNvSpPr>
          <p:nvPr/>
        </p:nvSpPr>
        <p:spPr>
          <a:xfrm xmlns:a="http://schemas.openxmlformats.org/drawingml/2006/main">
            <a:off x="514350" y="9220200"/>
            <a:ext cx="2419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90"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lnSpc>
                <a:spcPct val="120000"/>
              </a:lnSpc>
              <a:buNone/>
              <a:defRPr sz="990" b="1">
                <a:solidFill>
                  <a:srgbClr val="242124"/>
                </a:solidFill>
                <a:latin typeface="Noto Sans JP"/>
                <a:ea typeface="Noto Sans JP"/>
                <a:cs typeface="Noto Sans JP"/>
              </a:defRPr>
            </a:pPr>
            <a:r>
              <a:rPr sz="990" b="1">
                <a:solidFill>
                  <a:srgbClr val="242124"/>
                </a:solidFill>
                <a:latin typeface="Noto Sans JP"/>
                <a:ea typeface="Noto Sans JP"/>
                <a:cs typeface="Noto Sans JP"/>
              </a:rPr>
              <a:t>本展示</a:t>
            </a:r>
            <a:r>
              <a:rPr sz="990" b="1">
                <a:solidFill>
                  <a:srgbClr val="242124"/>
                </a:solidFill>
                <a:latin typeface="Noto Sans JP"/>
                <a:ea typeface="Noto Sans JP"/>
                <a:cs typeface="Noto Sans JP"/>
              </a:rPr>
              <a:t>&amp;</a:t>
            </a:r>
            <a:r>
              <a:rPr sz="990" b="1">
                <a:solidFill>
                  <a:srgbClr val="242124"/>
                </a:solidFill>
                <a:latin typeface="Noto Sans JP"/>
                <a:ea typeface="Noto Sans JP"/>
                <a:cs typeface="Noto Sans JP"/>
              </a:rPr>
              <a:t>配信は早稲田大学高等学院</a:t>
            </a:r>
            <a:r>
              <a:rPr sz="990" b="1">
                <a:solidFill>
                  <a:srgbClr val="242124"/>
                </a:solidFill>
                <a:latin typeface="Noto Sans JP"/>
                <a:ea typeface="Noto Sans JP"/>
                <a:cs typeface="Noto Sans JP"/>
              </a:rPr>
              <a:t>で</a:t>
            </a:r>
            <a:r>
              <a:rPr sz="990" b="1">
                <a:solidFill>
                  <a:srgbClr val="242124"/>
                </a:solidFill>
                <a:latin typeface="Noto Sans JP"/>
                <a:ea typeface="Noto Sans JP"/>
                <a:cs typeface="Noto Sans JP"/>
              </a:rPr>
              <a:t>10/31</a:t>
            </a:r>
            <a:r>
              <a:rPr sz="990" b="1">
                <a:solidFill>
                  <a:srgbClr val="242124"/>
                </a:solidFill>
                <a:latin typeface="Noto Sans JP"/>
                <a:ea typeface="Noto Sans JP"/>
                <a:cs typeface="Noto Sans JP"/>
              </a:rPr>
              <a:t>に開催されている</a:t>
            </a:r>
            <a:r>
              <a:rPr sz="990" b="1">
                <a:solidFill>
                  <a:srgbClr val="242124"/>
                </a:solidFill>
                <a:latin typeface="Noto Sans JP"/>
                <a:ea typeface="Noto Sans JP"/>
                <a:cs typeface="Noto Sans JP"/>
              </a:rPr>
              <a:t>TEDxWUSHS</a:t>
            </a:r>
            <a:r>
              <a:rPr sz="990" b="1">
                <a:solidFill>
                  <a:srgbClr val="242124"/>
                </a:solidFill>
                <a:latin typeface="Noto Sans JP"/>
                <a:ea typeface="Noto Sans JP"/>
                <a:cs typeface="Noto Sans JP"/>
              </a:rPr>
              <a:t> Youth</a:t>
            </a:r>
            <a:r>
              <a:rPr sz="990" b="1">
                <a:solidFill>
                  <a:srgbClr val="242124"/>
                </a:solidFill>
                <a:latin typeface="Noto Sans JP"/>
                <a:ea typeface="Noto Sans JP"/>
                <a:cs typeface="Noto Sans JP"/>
              </a:rPr>
              <a:t>に関連するものです。</a:t>
            </a:r>
            <a:endParaRPr sz="1125" b="1">
              <a:solidFill>
                <a:srgbClr val="242124"/>
              </a:solidFill>
              <a:latin typeface="Noto Sans JP"/>
              <a:ea typeface="Noto Sans JP"/>
              <a:cs typeface="Noto Sans JP"/>
            </a:endParaRPr>
          </a:p>
        </p:txBody>
      </p:sp>
      <p:sp>
        <p:nvSpPr>
          <p:cNvPr id="44" name="Lower section divider">
            <a:extLst xmlns:a="http://schemas.openxmlformats.org/drawingml/2006/main">
              <a:ext uri="{FF2B5EF4-FFF2-40B4-BE49-F238E27FC236}">
                <a16:creationId xmlns:a16="http://schemas.microsoft.com/office/drawing/2014/main" id="{5307642C-3B48-487B-B9A2-D11A0D319B4D}"/>
              </a:ext>
            </a:extLst>
          </p:cNvPr>
          <p:cNvSpPr>
            <a:spLocks xmlns:a="http://schemas.openxmlformats.org/drawingml/2006/main" noGrp="1"/>
          </p:cNvSpPr>
          <p:nvPr/>
        </p:nvSpPr>
        <p:spPr>
          <a:xfrm xmlns:a="http://schemas.openxmlformats.org/drawingml/2006/main">
            <a:off x="323850" y="8505825"/>
            <a:ext cx="6905625" cy="19050"/>
          </a:xfrm>
          <a:prstGeom xmlns:a="http://schemas.openxmlformats.org/drawingml/2006/main" prst="rect">
            <a:avLst/>
          </a:prstGeom>
          <a:solidFill xmlns:a="http://schemas.openxmlformats.org/drawingml/2006/main">
            <a:srgbClr val="D9D4D1"/>
          </a:solidFill>
          <a:ln xmlns:a="http://schemas.openxmlformats.org/drawingml/2006/main" w="0">
            <a:noFill/>
            <a:prstDash val="solid"/>
          </a:ln>
        </p:spPr>
      </p:sp>
      <p:sp>
        <p:nvSpPr>
          <p:cNvPr id="45" name="Booth heading accent">
            <a:extLst xmlns:a="http://schemas.openxmlformats.org/drawingml/2006/main">
              <a:ext uri="{FF2B5EF4-FFF2-40B4-BE49-F238E27FC236}">
                <a16:creationId xmlns:a16="http://schemas.microsoft.com/office/drawing/2014/main" id="{DB323FAE-1C6A-4920-8D79-D4102C659162}"/>
              </a:ext>
            </a:extLst>
          </p:cNvPr>
          <p:cNvSpPr>
            <a:spLocks xmlns:a="http://schemas.openxmlformats.org/drawingml/2006/main" noGrp="1"/>
          </p:cNvSpPr>
          <p:nvPr/>
        </p:nvSpPr>
        <p:spPr>
          <a:xfrm xmlns:a="http://schemas.openxmlformats.org/drawingml/2006/main">
            <a:off x="323850" y="8667750"/>
            <a:ext cx="47625" cy="190500"/>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46" name="QR heading accent">
            <a:extLst xmlns:a="http://schemas.openxmlformats.org/drawingml/2006/main">
              <a:ext uri="{FF2B5EF4-FFF2-40B4-BE49-F238E27FC236}">
                <a16:creationId xmlns:a16="http://schemas.microsoft.com/office/drawing/2014/main" id="{E3408C28-93B8-4850-8314-ABECD6BC9038}"/>
              </a:ext>
            </a:extLst>
          </p:cNvPr>
          <p:cNvSpPr>
            <a:spLocks xmlns:a="http://schemas.openxmlformats.org/drawingml/2006/main" noGrp="1"/>
          </p:cNvSpPr>
          <p:nvPr/>
        </p:nvSpPr>
        <p:spPr>
          <a:xfrm xmlns:a="http://schemas.openxmlformats.org/drawingml/2006/main">
            <a:off x="3495675" y="8667750"/>
            <a:ext cx="47625" cy="190500"/>
          </a:xfrm>
          <a:prstGeom xmlns:a="http://schemas.openxmlformats.org/drawingml/2006/main" prst="rect">
            <a:avLst/>
          </a:prstGeom>
          <a:solidFill xmlns:a="http://schemas.openxmlformats.org/drawingml/2006/main">
            <a:srgbClr val="E62B34"/>
          </a:solidFill>
          <a:ln xmlns:a="http://schemas.openxmlformats.org/drawingml/2006/main" w="0">
            <a:noFill/>
            <a:prstDash val="solid"/>
          </a:ln>
        </p:spPr>
      </p:sp>
      <p:sp>
        <p:nvSpPr>
          <p:cNvPr id="47" name="QR section heading">
            <a:extLst xmlns:a="http://schemas.openxmlformats.org/drawingml/2006/main">
              <a:ext uri="{FF2B5EF4-FFF2-40B4-BE49-F238E27FC236}">
                <a16:creationId xmlns:a16="http://schemas.microsoft.com/office/drawing/2014/main" id="{9306E8A6-3479-452C-B804-435539304419}"/>
              </a:ext>
            </a:extLst>
          </p:cNvPr>
          <p:cNvSpPr>
            <a:spLocks xmlns:a="http://schemas.openxmlformats.org/drawingml/2006/main" noGrp="1"/>
          </p:cNvSpPr>
          <p:nvPr/>
        </p:nvSpPr>
        <p:spPr>
          <a:xfrm xmlns:a="http://schemas.openxmlformats.org/drawingml/2006/main">
            <a:off x="3619500" y="8629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E62B34"/>
                </a:solidFill>
                <a:latin typeface="Noto Sans JP"/>
                <a:ea typeface="Noto Sans JP"/>
                <a:cs typeface="Noto Sans JP"/>
              </a:defRPr>
            </a:defPPr>
            <a:lvl1pPr algn="l">
              <a:defRPr sz="1350" b="1">
                <a:solidFill>
                  <a:srgbClr val="E62B34"/>
                </a:solidFill>
                <a:latin typeface="Noto Sans JP"/>
                <a:ea typeface="Noto Sans JP"/>
                <a:cs typeface="Noto Sans JP"/>
              </a:defRPr>
            </a:lvl1pPr>
            <a:lvl2pPr algn="l">
              <a:defRPr sz="1350" b="1">
                <a:solidFill>
                  <a:srgbClr val="E62B34"/>
                </a:solidFill>
                <a:latin typeface="Noto Sans JP"/>
                <a:ea typeface="Noto Sans JP"/>
                <a:cs typeface="Noto Sans JP"/>
              </a:defRPr>
            </a:lvl2pPr>
            <a:lvl3pPr algn="l">
              <a:defRPr sz="1350" b="1">
                <a:solidFill>
                  <a:srgbClr val="E62B34"/>
                </a:solidFill>
                <a:latin typeface="Noto Sans JP"/>
                <a:ea typeface="Noto Sans JP"/>
                <a:cs typeface="Noto Sans JP"/>
              </a:defRPr>
            </a:lvl3pPr>
            <a:lvl4pPr algn="l">
              <a:defRPr sz="1350" b="1">
                <a:solidFill>
                  <a:srgbClr val="E62B34"/>
                </a:solidFill>
                <a:latin typeface="Noto Sans JP"/>
                <a:ea typeface="Noto Sans JP"/>
                <a:cs typeface="Noto Sans JP"/>
              </a:defRPr>
            </a:lvl4pPr>
            <a:lvl5pPr algn="l">
              <a:defRPr sz="1350" b="1">
                <a:solidFill>
                  <a:srgbClr val="E62B34"/>
                </a:solidFill>
                <a:latin typeface="Noto Sans JP"/>
                <a:ea typeface="Noto Sans JP"/>
                <a:cs typeface="Noto Sans JP"/>
              </a:defRPr>
            </a:lvl5pPr>
            <a:lvl6pPr algn="l">
              <a:defRPr sz="1350" b="1">
                <a:solidFill>
                  <a:srgbClr val="E62B34"/>
                </a:solidFill>
                <a:latin typeface="Noto Sans JP"/>
                <a:ea typeface="Noto Sans JP"/>
                <a:cs typeface="Noto Sans JP"/>
              </a:defRPr>
            </a:lvl6pPr>
            <a:lvl7pPr algn="l">
              <a:defRPr sz="1350" b="1">
                <a:solidFill>
                  <a:srgbClr val="E62B34"/>
                </a:solidFill>
                <a:latin typeface="Noto Sans JP"/>
                <a:ea typeface="Noto Sans JP"/>
                <a:cs typeface="Noto Sans JP"/>
              </a:defRPr>
            </a:lvl7pPr>
            <a:lvl8pPr algn="l">
              <a:defRPr sz="1350" b="1">
                <a:solidFill>
                  <a:srgbClr val="E62B34"/>
                </a:solidFill>
                <a:latin typeface="Noto Sans JP"/>
                <a:ea typeface="Noto Sans JP"/>
                <a:cs typeface="Noto Sans JP"/>
              </a:defRPr>
            </a:lvl8pPr>
            <a:lvl9pPr algn="l">
              <a:defRPr sz="1350" b="1">
                <a:solidFill>
                  <a:srgbClr val="E62B34"/>
                </a:solidFill>
                <a:latin typeface="Noto Sans JP"/>
                <a:ea typeface="Noto Sans JP"/>
                <a:cs typeface="Noto Sans JP"/>
              </a:defRPr>
            </a:lvl9pPr>
          </a:lstStyle>
          <a:p xmlns:a="http://schemas.openxmlformats.org/drawingml/2006/main">
            <a:pPr algn="l">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QRからアクセス</a:t>
            </a:r>
          </a:p>
        </p:txBody>
      </p:sp>
      <p:sp>
        <p:nvSpPr>
          <p:cNvPr id="48" name="QR section description">
            <a:extLst xmlns:a="http://schemas.openxmlformats.org/drawingml/2006/main">
              <a:ext uri="{FF2B5EF4-FFF2-40B4-BE49-F238E27FC236}">
                <a16:creationId xmlns:a16="http://schemas.microsoft.com/office/drawing/2014/main" id="{A840E39B-79DF-429F-8B03-C84784521AE2}"/>
              </a:ext>
            </a:extLst>
          </p:cNvPr>
          <p:cNvSpPr>
            <a:spLocks xmlns:a="http://schemas.openxmlformats.org/drawingml/2006/main" noGrp="1"/>
          </p:cNvSpPr>
          <p:nvPr/>
        </p:nvSpPr>
        <p:spPr>
          <a:xfrm xmlns:a="http://schemas.openxmlformats.org/drawingml/2006/main">
            <a:off x="3619500" y="88773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788" b="0">
                <a:solidFill>
                  <a:srgbClr val="625B5E"/>
                </a:solidFill>
                <a:latin typeface="Noto Sans JP"/>
                <a:ea typeface="Noto Sans JP"/>
                <a:cs typeface="Noto Sans JP"/>
              </a:defRPr>
            </a:defPPr>
            <a:lvl1pPr algn="l">
              <a:defRPr sz="788" b="0">
                <a:solidFill>
                  <a:srgbClr val="625B5E"/>
                </a:solidFill>
                <a:latin typeface="Noto Sans JP"/>
                <a:ea typeface="Noto Sans JP"/>
                <a:cs typeface="Noto Sans JP"/>
              </a:defRPr>
            </a:lvl1pPr>
            <a:lvl2pPr algn="l">
              <a:defRPr sz="788" b="0">
                <a:solidFill>
                  <a:srgbClr val="625B5E"/>
                </a:solidFill>
                <a:latin typeface="Noto Sans JP"/>
                <a:ea typeface="Noto Sans JP"/>
                <a:cs typeface="Noto Sans JP"/>
              </a:defRPr>
            </a:lvl2pPr>
            <a:lvl3pPr algn="l">
              <a:defRPr sz="788" b="0">
                <a:solidFill>
                  <a:srgbClr val="625B5E"/>
                </a:solidFill>
                <a:latin typeface="Noto Sans JP"/>
                <a:ea typeface="Noto Sans JP"/>
                <a:cs typeface="Noto Sans JP"/>
              </a:defRPr>
            </a:lvl3pPr>
            <a:lvl4pPr algn="l">
              <a:defRPr sz="788" b="0">
                <a:solidFill>
                  <a:srgbClr val="625B5E"/>
                </a:solidFill>
                <a:latin typeface="Noto Sans JP"/>
                <a:ea typeface="Noto Sans JP"/>
                <a:cs typeface="Noto Sans JP"/>
              </a:defRPr>
            </a:lvl4pPr>
            <a:lvl5pPr algn="l">
              <a:defRPr sz="788" b="0">
                <a:solidFill>
                  <a:srgbClr val="625B5E"/>
                </a:solidFill>
                <a:latin typeface="Noto Sans JP"/>
                <a:ea typeface="Noto Sans JP"/>
                <a:cs typeface="Noto Sans JP"/>
              </a:defRPr>
            </a:lvl5pPr>
            <a:lvl6pPr algn="l">
              <a:defRPr sz="788" b="0">
                <a:solidFill>
                  <a:srgbClr val="625B5E"/>
                </a:solidFill>
                <a:latin typeface="Noto Sans JP"/>
                <a:ea typeface="Noto Sans JP"/>
                <a:cs typeface="Noto Sans JP"/>
              </a:defRPr>
            </a:lvl6pPr>
            <a:lvl7pPr algn="l">
              <a:defRPr sz="788" b="0">
                <a:solidFill>
                  <a:srgbClr val="625B5E"/>
                </a:solidFill>
                <a:latin typeface="Noto Sans JP"/>
                <a:ea typeface="Noto Sans JP"/>
                <a:cs typeface="Noto Sans JP"/>
              </a:defRPr>
            </a:lvl7pPr>
            <a:lvl8pPr algn="l">
              <a:defRPr sz="788" b="0">
                <a:solidFill>
                  <a:srgbClr val="625B5E"/>
                </a:solidFill>
                <a:latin typeface="Noto Sans JP"/>
                <a:ea typeface="Noto Sans JP"/>
                <a:cs typeface="Noto Sans JP"/>
              </a:defRPr>
            </a:lvl8pPr>
            <a:lvl9pPr algn="l">
              <a:defRPr sz="788" b="0">
                <a:solidFill>
                  <a:srgbClr val="625B5E"/>
                </a:solidFill>
                <a:latin typeface="Noto Sans JP"/>
                <a:ea typeface="Noto Sans JP"/>
                <a:cs typeface="Noto Sans JP"/>
              </a:defRPr>
            </a:lvl9pPr>
          </a:lstStyle>
          <a:p xmlns:a="http://schemas.openxmlformats.org/drawingml/2006/main">
            <a:pPr algn="l">
              <a:defRPr sz="788" b="0">
                <a:solidFill>
                  <a:srgbClr val="625B5E"/>
                </a:solidFill>
                <a:latin typeface="Noto Sans JP"/>
                <a:ea typeface="Noto Sans JP"/>
                <a:cs typeface="Noto Sans JP"/>
              </a:defRPr>
            </a:pPr>
            <a:r>
              <a:rPr sz="788" b="0">
                <a:solidFill>
                  <a:srgbClr val="625B5E"/>
                </a:solidFill>
                <a:latin typeface="Noto Sans JP"/>
                <a:ea typeface="Noto Sans JP"/>
                <a:cs typeface="Noto Sans JP"/>
              </a:rPr>
              <a:t>フォーム・SNS・公式サイトはこちら</a:t>
            </a:r>
          </a:p>
        </p:txBody>
      </p:sp>
      <p:pic>
        <p:nvPicPr>
          <p:cNvPr id="49" name="">
            <a:extLst xmlns:a="http://schemas.openxmlformats.org/drawingml/2006/main">
              <a:ext uri="{FF2B5EF4-FFF2-40B4-BE49-F238E27FC236}">
                <a16:creationId xmlns:a16="http://schemas.microsoft.com/office/drawing/2014/main" id="{6A068B62-6F29-4AAB-B52C-0729890AA49A}"/>
              </a:ext>
            </a:extLst>
          </p:cNvPr>
          <p:cNvPicPr>
            <a:picLocks xmlns:a="http://schemas.openxmlformats.org/drawingml/2006/main" noChangeAspect="1"/>
          </p:cNvPicPr>
          <p:nvPr/>
        </p:nvPicPr>
        <p:blipFill>
          <a:blip xmlns:r="http://schemas.openxmlformats.org/officeDocument/2006/relationships" xmlns:a="http://schemas.openxmlformats.org/drawingml/2006/main" r:embed="R46c2be47f5dd4e08"/>
          <a:stretch xmlns:a="http://schemas.openxmlformats.org/drawingml/2006/main"/>
        </p:blipFill>
        <p:spPr>
          <a:xfrm xmlns:a="http://schemas.openxmlformats.org/drawingml/2006/main">
            <a:off x="3543300" y="9105900"/>
            <a:ext cx="952500" cy="952500"/>
          </a:xfrm>
          <a:prstGeom xmlns:a="http://schemas.openxmlformats.org/drawingml/2006/main" prst="rect">
            <a:avLst/>
          </a:prstGeom>
        </p:spPr>
      </p:pic>
      <p:sp>
        <p:nvSpPr>
          <p:cNvPr id="50" name="Google form QR label">
            <a:extLst xmlns:a="http://schemas.openxmlformats.org/drawingml/2006/main">
              <a:ext uri="{FF2B5EF4-FFF2-40B4-BE49-F238E27FC236}">
                <a16:creationId xmlns:a16="http://schemas.microsoft.com/office/drawing/2014/main" id="{4B5B3D85-AEB6-42BE-9C5A-E37D93676468}"/>
              </a:ext>
            </a:extLst>
          </p:cNvPr>
          <p:cNvSpPr>
            <a:spLocks xmlns:a="http://schemas.openxmlformats.org/drawingml/2006/main" noGrp="1"/>
          </p:cNvSpPr>
          <p:nvPr/>
        </p:nvSpPr>
        <p:spPr>
          <a:xfrm xmlns:a="http://schemas.openxmlformats.org/drawingml/2006/main">
            <a:off x="35052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xmlns:a="http://schemas.openxmlformats.org/drawingml/2006/main">
            <a:pPr algn="ctr">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Googleフォーム</a:t>
            </a:r>
          </a:p>
        </p:txBody>
      </p:sp>
      <p:pic>
        <p:nvPicPr>
          <p:cNvPr id="51" name="">
            <a:extLst xmlns:a="http://schemas.openxmlformats.org/drawingml/2006/main">
              <a:ext uri="{FF2B5EF4-FFF2-40B4-BE49-F238E27FC236}">
                <a16:creationId xmlns:a16="http://schemas.microsoft.com/office/drawing/2014/main" id="{8BD01102-0C41-4C67-9AAA-60869DD1930F}"/>
              </a:ext>
            </a:extLst>
          </p:cNvPr>
          <p:cNvPicPr>
            <a:picLocks xmlns:a="http://schemas.openxmlformats.org/drawingml/2006/main" noChangeAspect="1"/>
          </p:cNvPicPr>
          <p:nvPr/>
        </p:nvPicPr>
        <p:blipFill>
          <a:blip xmlns:r="http://schemas.openxmlformats.org/officeDocument/2006/relationships" xmlns:a="http://schemas.openxmlformats.org/drawingml/2006/main" r:embed="R2a15f3bc1629403f"/>
          <a:stretch xmlns:a="http://schemas.openxmlformats.org/drawingml/2006/main"/>
        </p:blipFill>
        <p:spPr>
          <a:xfrm xmlns:a="http://schemas.openxmlformats.org/drawingml/2006/main">
            <a:off x="4762500" y="9105900"/>
            <a:ext cx="952500" cy="952500"/>
          </a:xfrm>
          <a:prstGeom xmlns:a="http://schemas.openxmlformats.org/drawingml/2006/main" prst="rect">
            <a:avLst/>
          </a:prstGeom>
        </p:spPr>
      </p:pic>
      <p:sp>
        <p:nvSpPr>
          <p:cNvPr id="52" name="Instagram QR label">
            <a:extLst xmlns:a="http://schemas.openxmlformats.org/drawingml/2006/main">
              <a:ext uri="{FF2B5EF4-FFF2-40B4-BE49-F238E27FC236}">
                <a16:creationId xmlns:a16="http://schemas.microsoft.com/office/drawing/2014/main" id="{1B076A54-9365-421D-9C4A-8143829D6FE0}"/>
              </a:ext>
            </a:extLst>
          </p:cNvPr>
          <p:cNvSpPr>
            <a:spLocks xmlns:a="http://schemas.openxmlformats.org/drawingml/2006/main" noGrp="1"/>
          </p:cNvSpPr>
          <p:nvPr/>
        </p:nvSpPr>
        <p:spPr>
          <a:xfrm xmlns:a="http://schemas.openxmlformats.org/drawingml/2006/main">
            <a:off x="47244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xmlns:a="http://schemas.openxmlformats.org/drawingml/2006/main">
            <a:pPr algn="ctr">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Instagram</a:t>
            </a:r>
          </a:p>
        </p:txBody>
      </p:sp>
      <p:pic>
        <p:nvPicPr>
          <p:cNvPr id="53" name="">
            <a:extLst xmlns:a="http://schemas.openxmlformats.org/drawingml/2006/main">
              <a:ext uri="{FF2B5EF4-FFF2-40B4-BE49-F238E27FC236}">
                <a16:creationId xmlns:a16="http://schemas.microsoft.com/office/drawing/2014/main" id="{F6A1D955-566D-4064-BE87-3DE01CE3D8E1}"/>
              </a:ext>
            </a:extLst>
          </p:cNvPr>
          <p:cNvPicPr>
            <a:picLocks xmlns:a="http://schemas.openxmlformats.org/drawingml/2006/main" noChangeAspect="1"/>
          </p:cNvPicPr>
          <p:nvPr/>
        </p:nvPicPr>
        <p:blipFill>
          <a:blip xmlns:r="http://schemas.openxmlformats.org/officeDocument/2006/relationships" xmlns:a="http://schemas.openxmlformats.org/drawingml/2006/main" r:embed="R9e90a247e41b4bd3"/>
          <a:stretch xmlns:a="http://schemas.openxmlformats.org/drawingml/2006/main"/>
        </p:blipFill>
        <p:spPr>
          <a:xfrm xmlns:a="http://schemas.openxmlformats.org/drawingml/2006/main">
            <a:off x="5981700" y="9105900"/>
            <a:ext cx="952500" cy="952500"/>
          </a:xfrm>
          <a:prstGeom xmlns:a="http://schemas.openxmlformats.org/drawingml/2006/main" prst="rect">
            <a:avLst/>
          </a:prstGeom>
        </p:spPr>
      </p:pic>
      <p:sp>
        <p:nvSpPr>
          <p:cNvPr id="54" name="Official website QR label">
            <a:extLst xmlns:a="http://schemas.openxmlformats.org/drawingml/2006/main">
              <a:ext uri="{FF2B5EF4-FFF2-40B4-BE49-F238E27FC236}">
                <a16:creationId xmlns:a16="http://schemas.microsoft.com/office/drawing/2014/main" id="{07C3135A-A7F3-4AA3-AFD9-3BE64CA82D5F}"/>
              </a:ext>
            </a:extLst>
          </p:cNvPr>
          <p:cNvSpPr>
            <a:spLocks xmlns:a="http://schemas.openxmlformats.org/drawingml/2006/main" noGrp="1"/>
          </p:cNvSpPr>
          <p:nvPr/>
        </p:nvSpPr>
        <p:spPr>
          <a:xfrm xmlns:a="http://schemas.openxmlformats.org/drawingml/2006/main">
            <a:off x="5943600" y="100965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42124"/>
                </a:solidFill>
                <a:latin typeface="Noto Sans JP"/>
                <a:ea typeface="Noto Sans JP"/>
                <a:cs typeface="Noto Sans JP"/>
              </a:defRPr>
            </a:defPPr>
            <a:lvl1pPr algn="ctr">
              <a:defRPr sz="900" b="1">
                <a:solidFill>
                  <a:srgbClr val="242124"/>
                </a:solidFill>
                <a:latin typeface="Noto Sans JP"/>
                <a:ea typeface="Noto Sans JP"/>
                <a:cs typeface="Noto Sans JP"/>
              </a:defRPr>
            </a:lvl1pPr>
            <a:lvl2pPr algn="ctr">
              <a:defRPr sz="900" b="1">
                <a:solidFill>
                  <a:srgbClr val="242124"/>
                </a:solidFill>
                <a:latin typeface="Noto Sans JP"/>
                <a:ea typeface="Noto Sans JP"/>
                <a:cs typeface="Noto Sans JP"/>
              </a:defRPr>
            </a:lvl2pPr>
            <a:lvl3pPr algn="ctr">
              <a:defRPr sz="900" b="1">
                <a:solidFill>
                  <a:srgbClr val="242124"/>
                </a:solidFill>
                <a:latin typeface="Noto Sans JP"/>
                <a:ea typeface="Noto Sans JP"/>
                <a:cs typeface="Noto Sans JP"/>
              </a:defRPr>
            </a:lvl3pPr>
            <a:lvl4pPr algn="ctr">
              <a:defRPr sz="900" b="1">
                <a:solidFill>
                  <a:srgbClr val="242124"/>
                </a:solidFill>
                <a:latin typeface="Noto Sans JP"/>
                <a:ea typeface="Noto Sans JP"/>
                <a:cs typeface="Noto Sans JP"/>
              </a:defRPr>
            </a:lvl4pPr>
            <a:lvl5pPr algn="ctr">
              <a:defRPr sz="900" b="1">
                <a:solidFill>
                  <a:srgbClr val="242124"/>
                </a:solidFill>
                <a:latin typeface="Noto Sans JP"/>
                <a:ea typeface="Noto Sans JP"/>
                <a:cs typeface="Noto Sans JP"/>
              </a:defRPr>
            </a:lvl5pPr>
            <a:lvl6pPr algn="ctr">
              <a:defRPr sz="900" b="1">
                <a:solidFill>
                  <a:srgbClr val="242124"/>
                </a:solidFill>
                <a:latin typeface="Noto Sans JP"/>
                <a:ea typeface="Noto Sans JP"/>
                <a:cs typeface="Noto Sans JP"/>
              </a:defRPr>
            </a:lvl6pPr>
            <a:lvl7pPr algn="ctr">
              <a:defRPr sz="900" b="1">
                <a:solidFill>
                  <a:srgbClr val="242124"/>
                </a:solidFill>
                <a:latin typeface="Noto Sans JP"/>
                <a:ea typeface="Noto Sans JP"/>
                <a:cs typeface="Noto Sans JP"/>
              </a:defRPr>
            </a:lvl7pPr>
            <a:lvl8pPr algn="ctr">
              <a:defRPr sz="900" b="1">
                <a:solidFill>
                  <a:srgbClr val="242124"/>
                </a:solidFill>
                <a:latin typeface="Noto Sans JP"/>
                <a:ea typeface="Noto Sans JP"/>
                <a:cs typeface="Noto Sans JP"/>
              </a:defRPr>
            </a:lvl8pPr>
            <a:lvl9pPr algn="ctr">
              <a:defRPr sz="900" b="1">
                <a:solidFill>
                  <a:srgbClr val="242124"/>
                </a:solidFill>
                <a:latin typeface="Noto Sans JP"/>
                <a:ea typeface="Noto Sans JP"/>
                <a:cs typeface="Noto Sans JP"/>
              </a:defRPr>
            </a:lvl9pPr>
          </a:lstStyle>
          <a:p xmlns:a="http://schemas.openxmlformats.org/drawingml/2006/main">
            <a:pPr algn="ctr">
              <a:defRPr sz="900" b="1">
                <a:solidFill>
                  <a:srgbClr val="242124"/>
                </a:solidFill>
                <a:latin typeface="Noto Sans JP"/>
                <a:ea typeface="Noto Sans JP"/>
                <a:cs typeface="Noto Sans JP"/>
              </a:defRPr>
            </a:pPr>
            <a:r>
              <a:rPr sz="900" b="1">
                <a:solidFill>
                  <a:srgbClr val="242124"/>
                </a:solidFill>
                <a:latin typeface="Noto Sans JP"/>
                <a:ea typeface="Noto Sans JP"/>
                <a:cs typeface="Noto Sans JP"/>
              </a:rPr>
              <a:t>公式サイト</a:t>
            </a:r>
          </a:p>
        </p:txBody>
      </p:sp>
      <p:sp>
        <p:nvSpPr>
          <p:cNvPr id="55" name="Slide one footer detail">
            <a:extLst xmlns:a="http://schemas.openxmlformats.org/drawingml/2006/main">
              <a:ext uri="{FF2B5EF4-FFF2-40B4-BE49-F238E27FC236}">
                <a16:creationId xmlns:a16="http://schemas.microsoft.com/office/drawing/2014/main" id="{28FF9DC3-B863-4813-ADA8-9C3BA194E198}"/>
              </a:ext>
            </a:extLst>
          </p:cNvPr>
          <p:cNvSpPr>
            <a:spLocks xmlns:a="http://schemas.openxmlformats.org/drawingml/2006/main" noGrp="1"/>
          </p:cNvSpPr>
          <p:nvPr/>
        </p:nvSpPr>
        <p:spPr>
          <a:xfrm xmlns:a="http://schemas.openxmlformats.org/drawingml/2006/main">
            <a:off x="3638550" y="10391775"/>
            <a:ext cx="3476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713" b="0">
                <a:solidFill>
                  <a:srgbClr val="625B5E"/>
                </a:solidFill>
                <a:latin typeface="Noto Sans JP"/>
                <a:ea typeface="Noto Sans JP"/>
                <a:cs typeface="Noto Sans JP"/>
              </a:defRPr>
            </a:defPPr>
            <a:lvl1pPr algn="r">
              <a:defRPr sz="713" b="0">
                <a:solidFill>
                  <a:srgbClr val="625B5E"/>
                </a:solidFill>
                <a:latin typeface="Noto Sans JP"/>
                <a:ea typeface="Noto Sans JP"/>
                <a:cs typeface="Noto Sans JP"/>
              </a:defRPr>
            </a:lvl1pPr>
            <a:lvl2pPr algn="r">
              <a:defRPr sz="713" b="0">
                <a:solidFill>
                  <a:srgbClr val="625B5E"/>
                </a:solidFill>
                <a:latin typeface="Noto Sans JP"/>
                <a:ea typeface="Noto Sans JP"/>
                <a:cs typeface="Noto Sans JP"/>
              </a:defRPr>
            </a:lvl2pPr>
            <a:lvl3pPr algn="r">
              <a:defRPr sz="713" b="0">
                <a:solidFill>
                  <a:srgbClr val="625B5E"/>
                </a:solidFill>
                <a:latin typeface="Noto Sans JP"/>
                <a:ea typeface="Noto Sans JP"/>
                <a:cs typeface="Noto Sans JP"/>
              </a:defRPr>
            </a:lvl3pPr>
            <a:lvl4pPr algn="r">
              <a:defRPr sz="713" b="0">
                <a:solidFill>
                  <a:srgbClr val="625B5E"/>
                </a:solidFill>
                <a:latin typeface="Noto Sans JP"/>
                <a:ea typeface="Noto Sans JP"/>
                <a:cs typeface="Noto Sans JP"/>
              </a:defRPr>
            </a:lvl4pPr>
            <a:lvl5pPr algn="r">
              <a:defRPr sz="713" b="0">
                <a:solidFill>
                  <a:srgbClr val="625B5E"/>
                </a:solidFill>
                <a:latin typeface="Noto Sans JP"/>
                <a:ea typeface="Noto Sans JP"/>
                <a:cs typeface="Noto Sans JP"/>
              </a:defRPr>
            </a:lvl5pPr>
            <a:lvl6pPr algn="r">
              <a:defRPr sz="713" b="0">
                <a:solidFill>
                  <a:srgbClr val="625B5E"/>
                </a:solidFill>
                <a:latin typeface="Noto Sans JP"/>
                <a:ea typeface="Noto Sans JP"/>
                <a:cs typeface="Noto Sans JP"/>
              </a:defRPr>
            </a:lvl6pPr>
            <a:lvl7pPr algn="r">
              <a:defRPr sz="713" b="0">
                <a:solidFill>
                  <a:srgbClr val="625B5E"/>
                </a:solidFill>
                <a:latin typeface="Noto Sans JP"/>
                <a:ea typeface="Noto Sans JP"/>
                <a:cs typeface="Noto Sans JP"/>
              </a:defRPr>
            </a:lvl7pPr>
            <a:lvl8pPr algn="r">
              <a:defRPr sz="713" b="0">
                <a:solidFill>
                  <a:srgbClr val="625B5E"/>
                </a:solidFill>
                <a:latin typeface="Noto Sans JP"/>
                <a:ea typeface="Noto Sans JP"/>
                <a:cs typeface="Noto Sans JP"/>
              </a:defRPr>
            </a:lvl8pPr>
            <a:lvl9pPr algn="r">
              <a:defRPr sz="713" b="0">
                <a:solidFill>
                  <a:srgbClr val="625B5E"/>
                </a:solidFill>
                <a:latin typeface="Noto Sans JP"/>
                <a:ea typeface="Noto Sans JP"/>
                <a:cs typeface="Noto Sans JP"/>
              </a:defRPr>
            </a:lvl9pPr>
          </a:lstStyle>
          <a:p xmlns:a="http://schemas.openxmlformats.org/drawingml/2006/main">
            <a:pPr algn="r">
              <a:defRPr sz="713" b="0">
                <a:solidFill>
                  <a:srgbClr val="625B5E"/>
                </a:solidFill>
                <a:latin typeface="Noto Sans JP"/>
                <a:ea typeface="Noto Sans JP"/>
                <a:cs typeface="Noto Sans JP"/>
              </a:defRPr>
            </a:pPr>
            <a:r>
              <a:rPr sz="713" b="0">
                <a:solidFill>
                  <a:srgbClr val="625B5E"/>
                </a:solidFill>
                <a:latin typeface="Noto Sans JP"/>
                <a:ea typeface="Noto Sans JP"/>
                <a:cs typeface="Noto Sans JP"/>
              </a:rPr>
              <a:t>10.31  |  WASEDA UNIVERSITY SENIOR HIGH SCHOOL</a:t>
            </a:r>
          </a:p>
        </p:txBody>
      </p:sp>
    </p:spTree>
    <p:extLst>
      <p:ext uri="{BB962C8B-B14F-4D97-AF65-F5344CB8AC3E}">
        <p14:creationId xmlns:p14="http://schemas.microsoft.com/office/powerpoint/2010/main" val="14531705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八角形 21">
            <a:extLst xmlns:a="http://schemas.openxmlformats.org/drawingml/2006/main">
              <a:ext uri="{FF2B5EF4-FFF2-40B4-BE49-F238E27FC236}">
                <a16:creationId xmlns:a16="http://schemas.microsoft.com/office/drawing/2014/main" id="{1C8E117A-3FB4-4296-BE76-B8C6A90ADE63}"/>
              </a:ext>
            </a:extLst>
          </p:cNvPr>
          <p:cNvSpPr>
            <a:spLocks xmlns:a="http://schemas.openxmlformats.org/drawingml/2006/main" noGrp="1"/>
          </p:cNvSpPr>
          <p:nvPr/>
        </p:nvSpPr>
        <p:spPr>
          <a:xfrm xmlns:a="http://schemas.openxmlformats.org/drawingml/2006/main">
            <a:off x="4257675" y="6619875"/>
            <a:ext cx="2800350" cy="2324100"/>
          </a:xfrm>
          <a:prstGeom xmlns:a="http://schemas.openxmlformats.org/drawingml/2006/main" prst="octagon">
            <a:avLst/>
          </a:prstGeom>
          <a:gradFill xmlns:a="http://schemas.openxmlformats.org/drawingml/2006/main">
            <a:gsLst>
              <a:gs pos="0">
                <a:srgbClr val="F0B7B2"/>
              </a:gs>
              <a:gs pos="100000">
                <a:srgbClr val="B9CFB4"/>
              </a:gs>
            </a:gsLst>
            <a:lin ang="8100000"/>
          </a:gradFill>
          <a:ln xmlns:a="http://schemas.openxmlformats.org/drawingml/2006/main" w="0">
            <a:noFill/>
            <a:prstDash val="solid"/>
          </a:ln>
        </p:spPr>
      </p:sp>
      <p:pic>
        <p:nvPicPr>
          <p:cNvPr id="2" name="図 1">
            <a:extLst xmlns:a="http://schemas.openxmlformats.org/drawingml/2006/main">
              <a:ext uri="{FF2B5EF4-FFF2-40B4-BE49-F238E27FC236}">
                <a16:creationId xmlns:a16="http://schemas.microsoft.com/office/drawing/2014/main" id="{4CFC3CCC-4BA7-42BC-A8E6-FF4D9616CF3C}"/>
              </a:ext>
            </a:extLst>
          </p:cNvPr>
          <p:cNvPicPr>
            <a:picLocks xmlns:a="http://schemas.openxmlformats.org/drawingml/2006/main" noChangeAspect="1"/>
          </p:cNvPicPr>
          <p:nvPr/>
        </p:nvPicPr>
        <p:blipFill>
          <a:blip xmlns:r="http://schemas.openxmlformats.org/officeDocument/2006/relationships" xmlns:a="http://schemas.openxmlformats.org/drawingml/2006/main" r:embed="Red9cd503942043b8"/>
          <a:srcRect xmlns:a="http://schemas.openxmlformats.org/drawingml/2006/main" l="72000" t="0" r="0" b="93000"/>
          <a:stretch xmlns:a="http://schemas.openxmlformats.org/drawingml/2006/main"/>
        </p:blipFill>
        <p:spPr>
          <a:xfrm xmlns:a="http://schemas.openxmlformats.org/drawingml/2006/main" rot="2320766">
            <a:off x="6186488" y="-1423852"/>
            <a:ext cx="2047875" cy="2529668"/>
          </a:xfrm>
          <a:prstGeom xmlns:a="http://schemas.openxmlformats.org/drawingml/2006/main" prst="rect">
            <a:avLst/>
          </a:prstGeom>
        </p:spPr>
      </p:pic>
      <p:pic>
        <p:nvPicPr>
          <p:cNvPr id="29" name="図 28">
            <a:extLst xmlns:a="http://schemas.openxmlformats.org/drawingml/2006/main">
              <a:ext uri="{FF2B5EF4-FFF2-40B4-BE49-F238E27FC236}">
                <a16:creationId xmlns:a16="http://schemas.microsoft.com/office/drawing/2014/main" id="{AA572E55-02E6-4AA6-A503-2AF25A9CC6AD}"/>
              </a:ext>
            </a:extLst>
          </p:cNvPr>
          <p:cNvPicPr>
            <a:picLocks xmlns:a="http://schemas.openxmlformats.org/drawingml/2006/main" noChangeAspect="1"/>
          </p:cNvPicPr>
          <p:nvPr/>
        </p:nvPicPr>
        <p:blipFill>
          <a:blip xmlns:r="http://schemas.openxmlformats.org/officeDocument/2006/relationships" xmlns:a="http://schemas.openxmlformats.org/drawingml/2006/main" r:embed="Red9cd503942043b8"/>
          <a:srcRect xmlns:a="http://schemas.openxmlformats.org/drawingml/2006/main" l="0" t="0" r="82000" b="95000"/>
          <a:stretch xmlns:a="http://schemas.openxmlformats.org/drawingml/2006/main"/>
        </p:blipFill>
        <p:spPr>
          <a:xfrm xmlns:a="http://schemas.openxmlformats.org/drawingml/2006/main">
            <a:off x="0" y="0"/>
            <a:ext cx="1428750" cy="742950"/>
          </a:xfrm>
          <a:prstGeom xmlns:a="http://schemas.openxmlformats.org/drawingml/2006/main" prst="rect">
            <a:avLst/>
          </a:prstGeom>
        </p:spPr>
      </p:pic>
      <p:sp>
        <p:nvSpPr>
          <p:cNvPr id="3" name="Ideas change">
            <a:extLst xmlns:a="http://schemas.openxmlformats.org/drawingml/2006/main">
              <a:ext uri="{FF2B5EF4-FFF2-40B4-BE49-F238E27FC236}">
                <a16:creationId xmlns:a16="http://schemas.microsoft.com/office/drawing/2014/main" id="{F4264B81-468D-40BF-9BBC-159B03412332}"/>
              </a:ext>
            </a:extLst>
          </p:cNvPr>
          <p:cNvSpPr>
            <a:spLocks xmlns:a="http://schemas.openxmlformats.org/drawingml/2006/main" noGrp="1"/>
          </p:cNvSpPr>
          <p:nvPr/>
        </p:nvSpPr>
        <p:spPr>
          <a:xfrm xmlns:a="http://schemas.openxmlformats.org/drawingml/2006/main">
            <a:off x="495300" y="647700"/>
            <a:ext cx="4905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900" b="1">
                <a:solidFill>
                  <a:srgbClr val="242124"/>
                </a:solidFill>
                <a:latin typeface="Arial Black"/>
                <a:ea typeface="Arial Black"/>
                <a:cs typeface="Arial Black"/>
              </a:defRPr>
            </a:defPPr>
            <a:lvl1pPr>
              <a:buNone/>
              <a:defRPr sz="3900" b="1">
                <a:solidFill>
                  <a:srgbClr val="242124"/>
                </a:solidFill>
                <a:latin typeface="Arial Black"/>
                <a:ea typeface="Arial Black"/>
                <a:cs typeface="Arial Black"/>
              </a:defRPr>
            </a:lvl1pPr>
            <a:lvl2pPr>
              <a:buNone/>
              <a:defRPr sz="3900" b="1">
                <a:solidFill>
                  <a:srgbClr val="242124"/>
                </a:solidFill>
                <a:latin typeface="Arial Black"/>
                <a:ea typeface="Arial Black"/>
                <a:cs typeface="Arial Black"/>
              </a:defRPr>
            </a:lvl2pPr>
            <a:lvl3pPr>
              <a:buNone/>
              <a:defRPr sz="3900" b="1">
                <a:solidFill>
                  <a:srgbClr val="242124"/>
                </a:solidFill>
                <a:latin typeface="Arial Black"/>
                <a:ea typeface="Arial Black"/>
                <a:cs typeface="Arial Black"/>
              </a:defRPr>
            </a:lvl3pPr>
            <a:lvl4pPr>
              <a:buNone/>
              <a:defRPr sz="3900" b="1">
                <a:solidFill>
                  <a:srgbClr val="242124"/>
                </a:solidFill>
                <a:latin typeface="Arial Black"/>
                <a:ea typeface="Arial Black"/>
                <a:cs typeface="Arial Black"/>
              </a:defRPr>
            </a:lvl4pPr>
            <a:lvl5pPr>
              <a:buNone/>
              <a:defRPr sz="3900" b="1">
                <a:solidFill>
                  <a:srgbClr val="242124"/>
                </a:solidFill>
                <a:latin typeface="Arial Black"/>
                <a:ea typeface="Arial Black"/>
                <a:cs typeface="Arial Black"/>
              </a:defRPr>
            </a:lvl5pPr>
            <a:lvl6pPr>
              <a:buNone/>
              <a:defRPr sz="3900" b="1">
                <a:solidFill>
                  <a:srgbClr val="242124"/>
                </a:solidFill>
                <a:latin typeface="Arial Black"/>
                <a:ea typeface="Arial Black"/>
                <a:cs typeface="Arial Black"/>
              </a:defRPr>
            </a:lvl6pPr>
            <a:lvl7pPr>
              <a:buNone/>
              <a:defRPr sz="3900" b="1">
                <a:solidFill>
                  <a:srgbClr val="242124"/>
                </a:solidFill>
                <a:latin typeface="Arial Black"/>
                <a:ea typeface="Arial Black"/>
                <a:cs typeface="Arial Black"/>
              </a:defRPr>
            </a:lvl7pPr>
            <a:lvl8pPr>
              <a:buNone/>
              <a:defRPr sz="3900" b="1">
                <a:solidFill>
                  <a:srgbClr val="242124"/>
                </a:solidFill>
                <a:latin typeface="Arial Black"/>
                <a:ea typeface="Arial Black"/>
                <a:cs typeface="Arial Black"/>
              </a:defRPr>
            </a:lvl8pPr>
            <a:lvl9pPr>
              <a:buNone/>
              <a:defRPr sz="3900" b="1">
                <a:solidFill>
                  <a:srgbClr val="242124"/>
                </a:solidFill>
                <a:latin typeface="Arial Black"/>
                <a:ea typeface="Arial Black"/>
                <a:cs typeface="Arial Black"/>
              </a:defRPr>
            </a:lvl9pPr>
          </a:lstStyle>
          <a:p xmlns:a="http://schemas.openxmlformats.org/drawingml/2006/main">
            <a:pPr>
              <a:lnSpc>
                <a:spcPct val="95000"/>
              </a:lnSpc>
              <a:buNone/>
              <a:defRPr sz="3900" b="1">
                <a:solidFill>
                  <a:srgbClr val="242124"/>
                </a:solidFill>
                <a:latin typeface="Arial Black"/>
                <a:ea typeface="Arial Black"/>
                <a:cs typeface="Arial Black"/>
              </a:defRPr>
            </a:pPr>
            <a:r>
              <a:rPr sz="3900" b="1">
                <a:solidFill>
                  <a:srgbClr val="242124"/>
                </a:solidFill>
                <a:latin typeface="Arial Black"/>
                <a:ea typeface="Arial Black"/>
                <a:cs typeface="Arial Black"/>
              </a:rPr>
              <a:t>Ideas change</a:t>
            </a:r>
          </a:p>
        </p:txBody>
      </p:sp>
      <p:sp>
        <p:nvSpPr>
          <p:cNvPr id="4" name="everything">
            <a:extLst xmlns:a="http://schemas.openxmlformats.org/drawingml/2006/main">
              <a:ext uri="{FF2B5EF4-FFF2-40B4-BE49-F238E27FC236}">
                <a16:creationId xmlns:a16="http://schemas.microsoft.com/office/drawing/2014/main" id="{5B2A2499-07FB-4E04-92B1-6343600B43C2}"/>
              </a:ext>
            </a:extLst>
          </p:cNvPr>
          <p:cNvSpPr>
            <a:spLocks xmlns:a="http://schemas.openxmlformats.org/drawingml/2006/main" noGrp="1"/>
          </p:cNvSpPr>
          <p:nvPr/>
        </p:nvSpPr>
        <p:spPr>
          <a:xfrm xmlns:a="http://schemas.openxmlformats.org/drawingml/2006/main">
            <a:off x="495300" y="125730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4350" b="1">
                <a:solidFill>
                  <a:srgbClr val="E62B34"/>
                </a:solidFill>
                <a:latin typeface="Arial Black"/>
                <a:ea typeface="Arial Black"/>
                <a:cs typeface="Arial Black"/>
              </a:defRPr>
            </a:defPPr>
            <a:lvl1pPr>
              <a:buNone/>
              <a:defRPr sz="4350" b="1">
                <a:solidFill>
                  <a:srgbClr val="E62B34"/>
                </a:solidFill>
                <a:latin typeface="Arial Black"/>
                <a:ea typeface="Arial Black"/>
                <a:cs typeface="Arial Black"/>
              </a:defRPr>
            </a:lvl1pPr>
            <a:lvl2pPr>
              <a:buNone/>
              <a:defRPr sz="4350" b="1">
                <a:solidFill>
                  <a:srgbClr val="E62B34"/>
                </a:solidFill>
                <a:latin typeface="Arial Black"/>
                <a:ea typeface="Arial Black"/>
                <a:cs typeface="Arial Black"/>
              </a:defRPr>
            </a:lvl2pPr>
            <a:lvl3pPr>
              <a:buNone/>
              <a:defRPr sz="4350" b="1">
                <a:solidFill>
                  <a:srgbClr val="E62B34"/>
                </a:solidFill>
                <a:latin typeface="Arial Black"/>
                <a:ea typeface="Arial Black"/>
                <a:cs typeface="Arial Black"/>
              </a:defRPr>
            </a:lvl3pPr>
            <a:lvl4pPr>
              <a:buNone/>
              <a:defRPr sz="4350" b="1">
                <a:solidFill>
                  <a:srgbClr val="E62B34"/>
                </a:solidFill>
                <a:latin typeface="Arial Black"/>
                <a:ea typeface="Arial Black"/>
                <a:cs typeface="Arial Black"/>
              </a:defRPr>
            </a:lvl4pPr>
            <a:lvl5pPr>
              <a:buNone/>
              <a:defRPr sz="4350" b="1">
                <a:solidFill>
                  <a:srgbClr val="E62B34"/>
                </a:solidFill>
                <a:latin typeface="Arial Black"/>
                <a:ea typeface="Arial Black"/>
                <a:cs typeface="Arial Black"/>
              </a:defRPr>
            </a:lvl5pPr>
            <a:lvl6pPr>
              <a:buNone/>
              <a:defRPr sz="4350" b="1">
                <a:solidFill>
                  <a:srgbClr val="E62B34"/>
                </a:solidFill>
                <a:latin typeface="Arial Black"/>
                <a:ea typeface="Arial Black"/>
                <a:cs typeface="Arial Black"/>
              </a:defRPr>
            </a:lvl6pPr>
            <a:lvl7pPr>
              <a:buNone/>
              <a:defRPr sz="4350" b="1">
                <a:solidFill>
                  <a:srgbClr val="E62B34"/>
                </a:solidFill>
                <a:latin typeface="Arial Black"/>
                <a:ea typeface="Arial Black"/>
                <a:cs typeface="Arial Black"/>
              </a:defRPr>
            </a:lvl7pPr>
            <a:lvl8pPr>
              <a:buNone/>
              <a:defRPr sz="4350" b="1">
                <a:solidFill>
                  <a:srgbClr val="E62B34"/>
                </a:solidFill>
                <a:latin typeface="Arial Black"/>
                <a:ea typeface="Arial Black"/>
                <a:cs typeface="Arial Black"/>
              </a:defRPr>
            </a:lvl8pPr>
            <a:lvl9pPr>
              <a:buNone/>
              <a:defRPr sz="4350" b="1">
                <a:solidFill>
                  <a:srgbClr val="E62B34"/>
                </a:solidFill>
                <a:latin typeface="Arial Black"/>
                <a:ea typeface="Arial Black"/>
                <a:cs typeface="Arial Black"/>
              </a:defRPr>
            </a:lvl9pPr>
          </a:lstStyle>
          <a:p xmlns:a="http://schemas.openxmlformats.org/drawingml/2006/main">
            <a:pPr>
              <a:lnSpc>
                <a:spcPct val="95000"/>
              </a:lnSpc>
              <a:buNone/>
              <a:defRPr sz="4350" b="1">
                <a:solidFill>
                  <a:srgbClr val="E62B34"/>
                </a:solidFill>
                <a:latin typeface="Arial Black"/>
                <a:ea typeface="Arial Black"/>
                <a:cs typeface="Arial Black"/>
              </a:defRPr>
            </a:pPr>
            <a:r>
              <a:rPr sz="4350" b="1">
                <a:solidFill>
                  <a:srgbClr val="E62B34"/>
                </a:solidFill>
                <a:latin typeface="Arial Black"/>
                <a:ea typeface="Arial Black"/>
                <a:cs typeface="Arial Black"/>
              </a:rPr>
              <a:t>everything.</a:t>
            </a:r>
          </a:p>
        </p:txBody>
      </p:sp>
      <p:sp>
        <p:nvSpPr>
          <p:cNvPr id="5" name="正方形/長方形 4">
            <a:extLst xmlns:a="http://schemas.openxmlformats.org/drawingml/2006/main">
              <a:ext uri="{FF2B5EF4-FFF2-40B4-BE49-F238E27FC236}">
                <a16:creationId xmlns:a16="http://schemas.microsoft.com/office/drawing/2014/main" id="{9EC9B959-7518-40D7-8214-77CFF1CE1CC7}"/>
              </a:ext>
            </a:extLst>
          </p:cNvPr>
          <p:cNvSpPr>
            <a:spLocks xmlns:a="http://schemas.openxmlformats.org/drawingml/2006/main" noGrp="1"/>
          </p:cNvSpPr>
          <p:nvPr/>
        </p:nvSpPr>
        <p:spPr>
          <a:xfrm xmlns:a="http://schemas.openxmlformats.org/drawingml/2006/main">
            <a:off x="6724650" y="904875"/>
            <a:ext cx="3048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イ</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デ</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ア</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に</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は</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6" name="正方形/長方形 5">
            <a:extLst xmlns:a="http://schemas.openxmlformats.org/drawingml/2006/main">
              <a:ext uri="{FF2B5EF4-FFF2-40B4-BE49-F238E27FC236}">
                <a16:creationId xmlns:a16="http://schemas.microsoft.com/office/drawing/2014/main" id="{60C5252B-65C1-45B5-8718-E3649D5DB689}"/>
              </a:ext>
            </a:extLst>
          </p:cNvPr>
          <p:cNvSpPr>
            <a:spLocks xmlns:a="http://schemas.openxmlformats.org/drawingml/2006/main" noGrp="1"/>
          </p:cNvSpPr>
          <p:nvPr/>
        </p:nvSpPr>
        <p:spPr>
          <a:xfrm xmlns:a="http://schemas.openxmlformats.org/drawingml/2006/main">
            <a:off x="6296025" y="914400"/>
            <a:ext cx="323850" cy="3105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500" b="1">
                <a:solidFill>
                  <a:srgbClr val="242124"/>
                </a:solidFill>
                <a:latin typeface="Noto Sans JP"/>
                <a:ea typeface="Noto Sans JP"/>
                <a:cs typeface="Noto Sans JP"/>
              </a:defRPr>
            </a:defPPr>
            <a:lvl1pPr algn="ctr">
              <a:buNone/>
              <a:defRPr sz="1500" b="1">
                <a:solidFill>
                  <a:srgbClr val="242124"/>
                </a:solidFill>
                <a:latin typeface="Noto Sans JP"/>
                <a:ea typeface="Noto Sans JP"/>
                <a:cs typeface="Noto Sans JP"/>
              </a:defRPr>
            </a:lvl1pPr>
            <a:lvl2pPr algn="ctr">
              <a:buNone/>
              <a:defRPr sz="1500" b="1">
                <a:solidFill>
                  <a:srgbClr val="242124"/>
                </a:solidFill>
                <a:latin typeface="Noto Sans JP"/>
                <a:ea typeface="Noto Sans JP"/>
                <a:cs typeface="Noto Sans JP"/>
              </a:defRPr>
            </a:lvl2pPr>
            <a:lvl3pPr algn="ctr">
              <a:buNone/>
              <a:defRPr sz="1500" b="1">
                <a:solidFill>
                  <a:srgbClr val="242124"/>
                </a:solidFill>
                <a:latin typeface="Noto Sans JP"/>
                <a:ea typeface="Noto Sans JP"/>
                <a:cs typeface="Noto Sans JP"/>
              </a:defRPr>
            </a:lvl3pPr>
            <a:lvl4pPr algn="ctr">
              <a:buNone/>
              <a:defRPr sz="1500" b="1">
                <a:solidFill>
                  <a:srgbClr val="242124"/>
                </a:solidFill>
                <a:latin typeface="Noto Sans JP"/>
                <a:ea typeface="Noto Sans JP"/>
                <a:cs typeface="Noto Sans JP"/>
              </a:defRPr>
            </a:lvl4pPr>
            <a:lvl5pPr algn="ctr">
              <a:buNone/>
              <a:defRPr sz="1500" b="1">
                <a:solidFill>
                  <a:srgbClr val="242124"/>
                </a:solidFill>
                <a:latin typeface="Noto Sans JP"/>
                <a:ea typeface="Noto Sans JP"/>
                <a:cs typeface="Noto Sans JP"/>
              </a:defRPr>
            </a:lvl5pPr>
            <a:lvl6pPr algn="ctr">
              <a:buNone/>
              <a:defRPr sz="1500" b="1">
                <a:solidFill>
                  <a:srgbClr val="242124"/>
                </a:solidFill>
                <a:latin typeface="Noto Sans JP"/>
                <a:ea typeface="Noto Sans JP"/>
                <a:cs typeface="Noto Sans JP"/>
              </a:defRPr>
            </a:lvl6pPr>
            <a:lvl7pPr algn="ctr">
              <a:buNone/>
              <a:defRPr sz="1500" b="1">
                <a:solidFill>
                  <a:srgbClr val="242124"/>
                </a:solidFill>
                <a:latin typeface="Noto Sans JP"/>
                <a:ea typeface="Noto Sans JP"/>
                <a:cs typeface="Noto Sans JP"/>
              </a:defRPr>
            </a:lvl7pPr>
            <a:lvl8pPr algn="ctr">
              <a:buNone/>
              <a:defRPr sz="1500" b="1">
                <a:solidFill>
                  <a:srgbClr val="242124"/>
                </a:solidFill>
                <a:latin typeface="Noto Sans JP"/>
                <a:ea typeface="Noto Sans JP"/>
                <a:cs typeface="Noto Sans JP"/>
              </a:defRPr>
            </a:lvl8pPr>
            <a:lvl9pPr algn="ctr">
              <a:buNone/>
              <a:defRPr sz="1500" b="1">
                <a:solidFill>
                  <a:srgbClr val="242124"/>
                </a:solidFill>
                <a:latin typeface="Noto Sans JP"/>
                <a:ea typeface="Noto Sans JP"/>
                <a:cs typeface="Noto Sans JP"/>
              </a:defRPr>
            </a:lvl9pPr>
          </a:lstStyle>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す</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べ</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て</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を</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変</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え</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力</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が</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あ</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る</a:t>
            </a:r>
          </a:p>
          <a:p xmlns:a="http://schemas.openxmlformats.org/drawingml/2006/main">
            <a:pPr algn="ctr">
              <a:lnSpc>
                <a:spcPct val="78000"/>
              </a:lnSpc>
              <a:buNone/>
              <a:defRPr sz="1500" b="1">
                <a:solidFill>
                  <a:srgbClr val="242124"/>
                </a:solidFill>
                <a:latin typeface="Noto Sans JP"/>
                <a:ea typeface="Noto Sans JP"/>
                <a:cs typeface="Noto Sans JP"/>
              </a:defRPr>
            </a:pPr>
            <a:r>
              <a:rPr sz="1500" b="1">
                <a:solidFill>
                  <a:srgbClr val="242124"/>
                </a:solidFill>
                <a:latin typeface="Noto Sans JP"/>
                <a:ea typeface="Noto Sans JP"/>
                <a:cs typeface="Noto Sans JP"/>
              </a:rPr>
              <a:t>。</a:t>
            </a:r>
          </a:p>
        </p:txBody>
      </p:sp>
      <p:sp>
        <p:nvSpPr>
          <p:cNvPr id="7" name="正方形/長方形 6">
            <a:extLst xmlns:a="http://schemas.openxmlformats.org/drawingml/2006/main">
              <a:ext uri="{FF2B5EF4-FFF2-40B4-BE49-F238E27FC236}">
                <a16:creationId xmlns:a16="http://schemas.microsoft.com/office/drawing/2014/main" id="{DF0F2AD1-8E09-49CC-A59D-BCBDA50D72B2}"/>
              </a:ext>
            </a:extLst>
          </p:cNvPr>
          <p:cNvSpPr>
            <a:spLocks xmlns:a="http://schemas.openxmlformats.org/drawingml/2006/main" noGrp="1"/>
          </p:cNvSpPr>
          <p:nvPr/>
        </p:nvSpPr>
        <p:spPr>
          <a:xfrm xmlns:a="http://schemas.openxmlformats.org/drawingml/2006/main">
            <a:off x="552450" y="23907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2100" b="1">
                <a:solidFill>
                  <a:srgbClr val="E62B34"/>
                </a:solidFill>
                <a:latin typeface="Noto Sans JP"/>
                <a:ea typeface="Noto Sans JP"/>
                <a:cs typeface="Noto Sans JP"/>
              </a:defRPr>
            </a:defPPr>
            <a:lvl1pPr>
              <a:buNone/>
              <a:defRPr sz="2100" b="1">
                <a:solidFill>
                  <a:srgbClr val="E62B34"/>
                </a:solidFill>
                <a:latin typeface="Noto Sans JP"/>
                <a:ea typeface="Noto Sans JP"/>
                <a:cs typeface="Noto Sans JP"/>
              </a:defRPr>
            </a:lvl1pPr>
            <a:lvl2pPr>
              <a:buNone/>
              <a:defRPr sz="2100" b="1">
                <a:solidFill>
                  <a:srgbClr val="E62B34"/>
                </a:solidFill>
                <a:latin typeface="Noto Sans JP"/>
                <a:ea typeface="Noto Sans JP"/>
                <a:cs typeface="Noto Sans JP"/>
              </a:defRPr>
            </a:lvl2pPr>
            <a:lvl3pPr>
              <a:buNone/>
              <a:defRPr sz="2100" b="1">
                <a:solidFill>
                  <a:srgbClr val="E62B34"/>
                </a:solidFill>
                <a:latin typeface="Noto Sans JP"/>
                <a:ea typeface="Noto Sans JP"/>
                <a:cs typeface="Noto Sans JP"/>
              </a:defRPr>
            </a:lvl3pPr>
            <a:lvl4pPr>
              <a:buNone/>
              <a:defRPr sz="2100" b="1">
                <a:solidFill>
                  <a:srgbClr val="E62B34"/>
                </a:solidFill>
                <a:latin typeface="Noto Sans JP"/>
                <a:ea typeface="Noto Sans JP"/>
                <a:cs typeface="Noto Sans JP"/>
              </a:defRPr>
            </a:lvl4pPr>
            <a:lvl5pPr>
              <a:buNone/>
              <a:defRPr sz="2100" b="1">
                <a:solidFill>
                  <a:srgbClr val="E62B34"/>
                </a:solidFill>
                <a:latin typeface="Noto Sans JP"/>
                <a:ea typeface="Noto Sans JP"/>
                <a:cs typeface="Noto Sans JP"/>
              </a:defRPr>
            </a:lvl5pPr>
            <a:lvl6pPr>
              <a:buNone/>
              <a:defRPr sz="2100" b="1">
                <a:solidFill>
                  <a:srgbClr val="E62B34"/>
                </a:solidFill>
                <a:latin typeface="Noto Sans JP"/>
                <a:ea typeface="Noto Sans JP"/>
                <a:cs typeface="Noto Sans JP"/>
              </a:defRPr>
            </a:lvl6pPr>
            <a:lvl7pPr>
              <a:buNone/>
              <a:defRPr sz="2100" b="1">
                <a:solidFill>
                  <a:srgbClr val="E62B34"/>
                </a:solidFill>
                <a:latin typeface="Noto Sans JP"/>
                <a:ea typeface="Noto Sans JP"/>
                <a:cs typeface="Noto Sans JP"/>
              </a:defRPr>
            </a:lvl7pPr>
            <a:lvl8pPr>
              <a:buNone/>
              <a:defRPr sz="2100" b="1">
                <a:solidFill>
                  <a:srgbClr val="E62B34"/>
                </a:solidFill>
                <a:latin typeface="Noto Sans JP"/>
                <a:ea typeface="Noto Sans JP"/>
                <a:cs typeface="Noto Sans JP"/>
              </a:defRPr>
            </a:lvl8pPr>
            <a:lvl9pPr>
              <a:buNone/>
              <a:defRPr sz="2100" b="1">
                <a:solidFill>
                  <a:srgbClr val="E62B34"/>
                </a:solidFill>
                <a:latin typeface="Noto Sans JP"/>
                <a:ea typeface="Noto Sans JP"/>
                <a:cs typeface="Noto Sans JP"/>
              </a:defRPr>
            </a:lvl9pPr>
          </a:lstStyle>
          <a:p xmlns:a="http://schemas.openxmlformats.org/drawingml/2006/main">
            <a:pPr>
              <a:buNone/>
              <a:defRPr sz="2100" b="1">
                <a:solidFill>
                  <a:srgbClr val="E62B34"/>
                </a:solidFill>
                <a:latin typeface="Noto Sans JP"/>
                <a:ea typeface="Noto Sans JP"/>
                <a:cs typeface="Noto Sans JP"/>
              </a:defRPr>
            </a:pPr>
            <a:r>
              <a:rPr sz="2100" b="1">
                <a:solidFill>
                  <a:srgbClr val="E62B34"/>
                </a:solidFill>
                <a:latin typeface="Noto Sans JP"/>
                <a:ea typeface="Noto Sans JP"/>
                <a:cs typeface="Noto Sans JP"/>
              </a:rPr>
              <a:t>TEDxWUSHS Youth とは</a:t>
            </a:r>
          </a:p>
        </p:txBody>
      </p:sp>
      <p:sp>
        <p:nvSpPr>
          <p:cNvPr id="8" name="正方形/長方形 7">
            <a:extLst xmlns:a="http://schemas.openxmlformats.org/drawingml/2006/main">
              <a:ext uri="{FF2B5EF4-FFF2-40B4-BE49-F238E27FC236}">
                <a16:creationId xmlns:a16="http://schemas.microsoft.com/office/drawing/2014/main" id="{68265BCB-103A-4F50-BC7B-867F33EA4884}"/>
              </a:ext>
            </a:extLst>
          </p:cNvPr>
          <p:cNvSpPr>
            <a:spLocks xmlns:a="http://schemas.openxmlformats.org/drawingml/2006/main" noGrp="1"/>
          </p:cNvSpPr>
          <p:nvPr/>
        </p:nvSpPr>
        <p:spPr>
          <a:xfrm xmlns:a="http://schemas.openxmlformats.org/drawingml/2006/main">
            <a:off x="600075" y="3000375"/>
            <a:ext cx="54292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080">
                <a:solidFill>
                  <a:srgbClr val="2F2B2D"/>
                </a:solidFill>
                <a:latin typeface="Noto Sans JP"/>
                <a:ea typeface="Noto Sans JP"/>
                <a:cs typeface="Noto Sans JP"/>
              </a:defRPr>
            </a:defPPr>
            <a:lvl1pPr>
              <a:buNone/>
              <a:defRPr sz="1080">
                <a:solidFill>
                  <a:srgbClr val="2F2B2D"/>
                </a:solidFill>
                <a:latin typeface="Noto Sans JP"/>
                <a:ea typeface="Noto Sans JP"/>
                <a:cs typeface="Noto Sans JP"/>
              </a:defRPr>
            </a:lvl1pPr>
            <a:lvl2pPr>
              <a:buNone/>
              <a:defRPr sz="1080">
                <a:solidFill>
                  <a:srgbClr val="2F2B2D"/>
                </a:solidFill>
                <a:latin typeface="Noto Sans JP"/>
                <a:ea typeface="Noto Sans JP"/>
                <a:cs typeface="Noto Sans JP"/>
              </a:defRPr>
            </a:lvl2pPr>
            <a:lvl3pPr>
              <a:buNone/>
              <a:defRPr sz="1080">
                <a:solidFill>
                  <a:srgbClr val="2F2B2D"/>
                </a:solidFill>
                <a:latin typeface="Noto Sans JP"/>
                <a:ea typeface="Noto Sans JP"/>
                <a:cs typeface="Noto Sans JP"/>
              </a:defRPr>
            </a:lvl3pPr>
            <a:lvl4pPr>
              <a:buNone/>
              <a:defRPr sz="1080">
                <a:solidFill>
                  <a:srgbClr val="2F2B2D"/>
                </a:solidFill>
                <a:latin typeface="Noto Sans JP"/>
                <a:ea typeface="Noto Sans JP"/>
                <a:cs typeface="Noto Sans JP"/>
              </a:defRPr>
            </a:lvl4pPr>
            <a:lvl5pPr>
              <a:buNone/>
              <a:defRPr sz="1080">
                <a:solidFill>
                  <a:srgbClr val="2F2B2D"/>
                </a:solidFill>
                <a:latin typeface="Noto Sans JP"/>
                <a:ea typeface="Noto Sans JP"/>
                <a:cs typeface="Noto Sans JP"/>
              </a:defRPr>
            </a:lvl5pPr>
            <a:lvl6pPr>
              <a:buNone/>
              <a:defRPr sz="1080">
                <a:solidFill>
                  <a:srgbClr val="2F2B2D"/>
                </a:solidFill>
                <a:latin typeface="Noto Sans JP"/>
                <a:ea typeface="Noto Sans JP"/>
                <a:cs typeface="Noto Sans JP"/>
              </a:defRPr>
            </a:lvl6pPr>
            <a:lvl7pPr>
              <a:buNone/>
              <a:defRPr sz="1080">
                <a:solidFill>
                  <a:srgbClr val="2F2B2D"/>
                </a:solidFill>
                <a:latin typeface="Noto Sans JP"/>
                <a:ea typeface="Noto Sans JP"/>
                <a:cs typeface="Noto Sans JP"/>
              </a:defRPr>
            </a:lvl7pPr>
            <a:lvl8pPr>
              <a:buNone/>
              <a:defRPr sz="1080">
                <a:solidFill>
                  <a:srgbClr val="2F2B2D"/>
                </a:solidFill>
                <a:latin typeface="Noto Sans JP"/>
                <a:ea typeface="Noto Sans JP"/>
                <a:cs typeface="Noto Sans JP"/>
              </a:defRPr>
            </a:lvl8pPr>
            <a:lvl9pPr>
              <a:buNone/>
              <a:defRPr sz="1080">
                <a:solidFill>
                  <a:srgbClr val="2F2B2D"/>
                </a:solidFill>
                <a:latin typeface="Noto Sans JP"/>
                <a:ea typeface="Noto Sans JP"/>
                <a:cs typeface="Noto Sans JP"/>
              </a:defRPr>
            </a:lvl9pPr>
          </a:lstStyle>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 WUSHS Youth とは、</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早稲田大学高等学院の生徒が独立して企画・運営するTEDxイベント。</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若者ならではの視点とパッションを武器に、</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高校生という枠を超えた、社会に響くメッセージを発信する。</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アイデアにはすべてを変える力がある。その可能性を高等学院から。</a:t>
            </a:r>
          </a:p>
          <a:p xmlns:a="http://schemas.openxmlformats.org/drawingml/2006/main">
            <a:endParaRPr sz="1080">
              <a:solidFill>
                <a:srgbClr val="2F2B2D"/>
              </a:solidFill>
              <a:latin typeface="Noto Sans JP"/>
              <a:ea typeface="Noto Sans JP"/>
              <a:cs typeface="Noto Sans JP"/>
            </a:endParaRP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TEDxとは、地域で自主的に運営されるイベントを通じて、</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人々がTEDのような体験を共有するためのプログラムである。</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私たちのイベントはTEDx WUSHS Youthといい、</a:t>
            </a:r>
          </a:p>
          <a:p xmlns:a="http://schemas.openxmlformats.org/drawingml/2006/main">
            <a:pPr>
              <a:lnSpc>
                <a:spcPct val="127000"/>
              </a:lnSpc>
              <a:buNone/>
              <a:defRPr sz="1080">
                <a:solidFill>
                  <a:srgbClr val="2F2B2D"/>
                </a:solidFill>
                <a:latin typeface="Noto Sans JP"/>
                <a:ea typeface="Noto Sans JP"/>
                <a:cs typeface="Noto Sans JP"/>
              </a:defRPr>
            </a:pPr>
            <a:r>
              <a:rPr sz="1080">
                <a:solidFill>
                  <a:srgbClr val="2F2B2D"/>
                </a:solidFill>
                <a:latin typeface="Noto Sans JP"/>
                <a:ea typeface="Noto Sans JP"/>
                <a:cs typeface="Noto Sans JP"/>
              </a:rPr>
              <a:t>x は independently organized TED event（独立し運営されるTEDイベント）を表す。</a:t>
            </a:r>
          </a:p>
        </p:txBody>
      </p:sp>
      <p:sp>
        <p:nvSpPr>
          <p:cNvPr id="9" name="正方形/長方形 8">
            <a:extLst xmlns:a="http://schemas.openxmlformats.org/drawingml/2006/main">
              <a:ext uri="{FF2B5EF4-FFF2-40B4-BE49-F238E27FC236}">
                <a16:creationId xmlns:a16="http://schemas.microsoft.com/office/drawing/2014/main" id="{71C5D00F-7A53-4CE6-98B6-9394A1088FCA}"/>
              </a:ext>
            </a:extLst>
          </p:cNvPr>
          <p:cNvSpPr>
            <a:spLocks xmlns:a="http://schemas.openxmlformats.org/drawingml/2006/main" noGrp="1"/>
          </p:cNvSpPr>
          <p:nvPr/>
        </p:nvSpPr>
        <p:spPr>
          <a:xfrm xmlns:a="http://schemas.openxmlformats.org/drawingml/2006/main">
            <a:off x="581025" y="5334000"/>
            <a:ext cx="138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3300" b="1">
                <a:solidFill>
                  <a:srgbClr val="E62B34"/>
                </a:solidFill>
                <a:latin typeface="Noto Serif JP"/>
                <a:ea typeface="Noto Serif JP"/>
                <a:cs typeface="Noto Serif JP"/>
              </a:defRPr>
            </a:defPPr>
            <a:lvl1pPr>
              <a:buNone/>
              <a:defRPr sz="3300" b="1">
                <a:solidFill>
                  <a:srgbClr val="E62B34"/>
                </a:solidFill>
                <a:latin typeface="Noto Serif JP"/>
                <a:ea typeface="Noto Serif JP"/>
                <a:cs typeface="Noto Serif JP"/>
              </a:defRPr>
            </a:lvl1pPr>
            <a:lvl2pPr>
              <a:buNone/>
              <a:defRPr sz="3300" b="1">
                <a:solidFill>
                  <a:srgbClr val="E62B34"/>
                </a:solidFill>
                <a:latin typeface="Noto Serif JP"/>
                <a:ea typeface="Noto Serif JP"/>
                <a:cs typeface="Noto Serif JP"/>
              </a:defRPr>
            </a:lvl2pPr>
            <a:lvl3pPr>
              <a:buNone/>
              <a:defRPr sz="3300" b="1">
                <a:solidFill>
                  <a:srgbClr val="E62B34"/>
                </a:solidFill>
                <a:latin typeface="Noto Serif JP"/>
                <a:ea typeface="Noto Serif JP"/>
                <a:cs typeface="Noto Serif JP"/>
              </a:defRPr>
            </a:lvl3pPr>
            <a:lvl4pPr>
              <a:buNone/>
              <a:defRPr sz="3300" b="1">
                <a:solidFill>
                  <a:srgbClr val="E62B34"/>
                </a:solidFill>
                <a:latin typeface="Noto Serif JP"/>
                <a:ea typeface="Noto Serif JP"/>
                <a:cs typeface="Noto Serif JP"/>
              </a:defRPr>
            </a:lvl4pPr>
            <a:lvl5pPr>
              <a:buNone/>
              <a:defRPr sz="3300" b="1">
                <a:solidFill>
                  <a:srgbClr val="E62B34"/>
                </a:solidFill>
                <a:latin typeface="Noto Serif JP"/>
                <a:ea typeface="Noto Serif JP"/>
                <a:cs typeface="Noto Serif JP"/>
              </a:defRPr>
            </a:lvl5pPr>
            <a:lvl6pPr>
              <a:buNone/>
              <a:defRPr sz="3300" b="1">
                <a:solidFill>
                  <a:srgbClr val="E62B34"/>
                </a:solidFill>
                <a:latin typeface="Noto Serif JP"/>
                <a:ea typeface="Noto Serif JP"/>
                <a:cs typeface="Noto Serif JP"/>
              </a:defRPr>
            </a:lvl6pPr>
            <a:lvl7pPr>
              <a:buNone/>
              <a:defRPr sz="3300" b="1">
                <a:solidFill>
                  <a:srgbClr val="E62B34"/>
                </a:solidFill>
                <a:latin typeface="Noto Serif JP"/>
                <a:ea typeface="Noto Serif JP"/>
                <a:cs typeface="Noto Serif JP"/>
              </a:defRPr>
            </a:lvl7pPr>
            <a:lvl8pPr>
              <a:buNone/>
              <a:defRPr sz="3300" b="1">
                <a:solidFill>
                  <a:srgbClr val="E62B34"/>
                </a:solidFill>
                <a:latin typeface="Noto Serif JP"/>
                <a:ea typeface="Noto Serif JP"/>
                <a:cs typeface="Noto Serif JP"/>
              </a:defRPr>
            </a:lvl8pPr>
            <a:lvl9pPr>
              <a:buNone/>
              <a:defRPr sz="3300" b="1">
                <a:solidFill>
                  <a:srgbClr val="E62B34"/>
                </a:solidFill>
                <a:latin typeface="Noto Serif JP"/>
                <a:ea typeface="Noto Serif JP"/>
                <a:cs typeface="Noto Serif JP"/>
              </a:defRPr>
            </a:lvl9pPr>
          </a:lstStyle>
          <a:p xmlns:a="http://schemas.openxmlformats.org/drawingml/2006/main">
            <a:pPr>
              <a:lnSpc>
                <a:spcPct val="90000"/>
              </a:lnSpc>
              <a:buNone/>
              <a:defRPr sz="3300" b="1">
                <a:solidFill>
                  <a:srgbClr val="E62B34"/>
                </a:solidFill>
                <a:latin typeface="Noto Serif JP"/>
                <a:ea typeface="Noto Serif JP"/>
                <a:cs typeface="Noto Serif JP"/>
              </a:defRPr>
            </a:pPr>
            <a:r>
              <a:rPr sz="3300" b="1">
                <a:solidFill>
                  <a:srgbClr val="E62B34"/>
                </a:solidFill>
                <a:latin typeface="Noto Serif JP"/>
                <a:ea typeface="Noto Serif JP"/>
                <a:cs typeface="Noto Serif JP"/>
              </a:rPr>
              <a:t>10/31</a:t>
            </a:r>
          </a:p>
        </p:txBody>
      </p:sp>
      <p:sp>
        <p:nvSpPr>
          <p:cNvPr id="10" name="正方形/長方形 9">
            <a:extLst xmlns:a="http://schemas.openxmlformats.org/drawingml/2006/main">
              <a:ext uri="{FF2B5EF4-FFF2-40B4-BE49-F238E27FC236}">
                <a16:creationId xmlns:a16="http://schemas.microsoft.com/office/drawing/2014/main" id="{6927EFE0-172E-4993-893A-BCD6EEC96080}"/>
              </a:ext>
            </a:extLst>
          </p:cNvPr>
          <p:cNvSpPr>
            <a:spLocks xmlns:a="http://schemas.openxmlformats.org/drawingml/2006/main" noGrp="1"/>
          </p:cNvSpPr>
          <p:nvPr/>
        </p:nvSpPr>
        <p:spPr>
          <a:xfrm xmlns:a="http://schemas.openxmlformats.org/drawingml/2006/main">
            <a:off x="1714500" y="5505450"/>
            <a:ext cx="6000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125" b="1">
                <a:solidFill>
                  <a:srgbClr val="E62B34"/>
                </a:solidFill>
                <a:latin typeface="Arial Black"/>
                <a:ea typeface="Arial Black"/>
                <a:cs typeface="Arial Black"/>
              </a:defRPr>
            </a:defPPr>
            <a:lvl1pPr>
              <a:buNone/>
              <a:defRPr sz="1125" b="1">
                <a:solidFill>
                  <a:srgbClr val="E62B34"/>
                </a:solidFill>
                <a:latin typeface="Arial Black"/>
                <a:ea typeface="Arial Black"/>
                <a:cs typeface="Arial Black"/>
              </a:defRPr>
            </a:lvl1pPr>
            <a:lvl2pPr>
              <a:buNone/>
              <a:defRPr sz="1125" b="1">
                <a:solidFill>
                  <a:srgbClr val="E62B34"/>
                </a:solidFill>
                <a:latin typeface="Arial Black"/>
                <a:ea typeface="Arial Black"/>
                <a:cs typeface="Arial Black"/>
              </a:defRPr>
            </a:lvl2pPr>
            <a:lvl3pPr>
              <a:buNone/>
              <a:defRPr sz="1125" b="1">
                <a:solidFill>
                  <a:srgbClr val="E62B34"/>
                </a:solidFill>
                <a:latin typeface="Arial Black"/>
                <a:ea typeface="Arial Black"/>
                <a:cs typeface="Arial Black"/>
              </a:defRPr>
            </a:lvl3pPr>
            <a:lvl4pPr>
              <a:buNone/>
              <a:defRPr sz="1125" b="1">
                <a:solidFill>
                  <a:srgbClr val="E62B34"/>
                </a:solidFill>
                <a:latin typeface="Arial Black"/>
                <a:ea typeface="Arial Black"/>
                <a:cs typeface="Arial Black"/>
              </a:defRPr>
            </a:lvl4pPr>
            <a:lvl5pPr>
              <a:buNone/>
              <a:defRPr sz="1125" b="1">
                <a:solidFill>
                  <a:srgbClr val="E62B34"/>
                </a:solidFill>
                <a:latin typeface="Arial Black"/>
                <a:ea typeface="Arial Black"/>
                <a:cs typeface="Arial Black"/>
              </a:defRPr>
            </a:lvl5pPr>
            <a:lvl6pPr>
              <a:buNone/>
              <a:defRPr sz="1125" b="1">
                <a:solidFill>
                  <a:srgbClr val="E62B34"/>
                </a:solidFill>
                <a:latin typeface="Arial Black"/>
                <a:ea typeface="Arial Black"/>
                <a:cs typeface="Arial Black"/>
              </a:defRPr>
            </a:lvl6pPr>
            <a:lvl7pPr>
              <a:buNone/>
              <a:defRPr sz="1125" b="1">
                <a:solidFill>
                  <a:srgbClr val="E62B34"/>
                </a:solidFill>
                <a:latin typeface="Arial Black"/>
                <a:ea typeface="Arial Black"/>
                <a:cs typeface="Arial Black"/>
              </a:defRPr>
            </a:lvl7pPr>
            <a:lvl8pPr>
              <a:buNone/>
              <a:defRPr sz="1125" b="1">
                <a:solidFill>
                  <a:srgbClr val="E62B34"/>
                </a:solidFill>
                <a:latin typeface="Arial Black"/>
                <a:ea typeface="Arial Black"/>
                <a:cs typeface="Arial Black"/>
              </a:defRPr>
            </a:lvl8pPr>
            <a:lvl9pPr>
              <a:buNone/>
              <a:defRPr sz="1125" b="1">
                <a:solidFill>
                  <a:srgbClr val="E62B34"/>
                </a:solidFill>
                <a:latin typeface="Arial Black"/>
                <a:ea typeface="Arial Black"/>
                <a:cs typeface="Arial Black"/>
              </a:defRPr>
            </a:lvl9pPr>
          </a:lstStyle>
          <a:p xmlns:a="http://schemas.openxmlformats.org/drawingml/2006/main">
            <a:pPr>
              <a:buNone/>
              <a:defRPr sz="1125" b="1">
                <a:solidFill>
                  <a:srgbClr val="E62B34"/>
                </a:solidFill>
                <a:latin typeface="Arial Black"/>
                <a:ea typeface="Arial Black"/>
                <a:cs typeface="Arial Black"/>
              </a:defRPr>
            </a:pPr>
            <a:r>
              <a:rPr sz="1125" b="1">
                <a:solidFill>
                  <a:srgbClr val="E62B34"/>
                </a:solidFill>
                <a:latin typeface="Arial Black"/>
                <a:ea typeface="Arial Black"/>
                <a:cs typeface="Arial Black"/>
              </a:rPr>
              <a:t>[SAT]</a:t>
            </a:r>
          </a:p>
        </p:txBody>
      </p:sp>
      <p:sp>
        <p:nvSpPr>
          <p:cNvPr id="11" name="正方形/長方形 10">
            <a:extLst xmlns:a="http://schemas.openxmlformats.org/drawingml/2006/main">
              <a:ext uri="{FF2B5EF4-FFF2-40B4-BE49-F238E27FC236}">
                <a16:creationId xmlns:a16="http://schemas.microsoft.com/office/drawing/2014/main" id="{A542F260-00E6-466C-BC53-B3A7DB3500C6}"/>
              </a:ext>
            </a:extLst>
          </p:cNvPr>
          <p:cNvSpPr>
            <a:spLocks xmlns:a="http://schemas.openxmlformats.org/drawingml/2006/main" noGrp="1"/>
          </p:cNvSpPr>
          <p:nvPr/>
        </p:nvSpPr>
        <p:spPr>
          <a:xfrm xmlns:a="http://schemas.openxmlformats.org/drawingml/2006/main">
            <a:off x="2333625" y="5467350"/>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575" b="1">
                <a:solidFill>
                  <a:srgbClr val="E62B34"/>
                </a:solidFill>
                <a:latin typeface="Noto Sans JP"/>
                <a:ea typeface="Noto Sans JP"/>
                <a:cs typeface="Noto Sans JP"/>
              </a:defRPr>
            </a:defPPr>
            <a:lvl1pPr>
              <a:buNone/>
              <a:defRPr sz="1575" b="1">
                <a:solidFill>
                  <a:srgbClr val="E62B34"/>
                </a:solidFill>
                <a:latin typeface="Noto Sans JP"/>
                <a:ea typeface="Noto Sans JP"/>
                <a:cs typeface="Noto Sans JP"/>
              </a:defRPr>
            </a:lvl1pPr>
            <a:lvl2pPr>
              <a:buNone/>
              <a:defRPr sz="1575" b="1">
                <a:solidFill>
                  <a:srgbClr val="E62B34"/>
                </a:solidFill>
                <a:latin typeface="Noto Sans JP"/>
                <a:ea typeface="Noto Sans JP"/>
                <a:cs typeface="Noto Sans JP"/>
              </a:defRPr>
            </a:lvl2pPr>
            <a:lvl3pPr>
              <a:buNone/>
              <a:defRPr sz="1575" b="1">
                <a:solidFill>
                  <a:srgbClr val="E62B34"/>
                </a:solidFill>
                <a:latin typeface="Noto Sans JP"/>
                <a:ea typeface="Noto Sans JP"/>
                <a:cs typeface="Noto Sans JP"/>
              </a:defRPr>
            </a:lvl3pPr>
            <a:lvl4pPr>
              <a:buNone/>
              <a:defRPr sz="1575" b="1">
                <a:solidFill>
                  <a:srgbClr val="E62B34"/>
                </a:solidFill>
                <a:latin typeface="Noto Sans JP"/>
                <a:ea typeface="Noto Sans JP"/>
                <a:cs typeface="Noto Sans JP"/>
              </a:defRPr>
            </a:lvl4pPr>
            <a:lvl5pPr>
              <a:buNone/>
              <a:defRPr sz="1575" b="1">
                <a:solidFill>
                  <a:srgbClr val="E62B34"/>
                </a:solidFill>
                <a:latin typeface="Noto Sans JP"/>
                <a:ea typeface="Noto Sans JP"/>
                <a:cs typeface="Noto Sans JP"/>
              </a:defRPr>
            </a:lvl5pPr>
            <a:lvl6pPr>
              <a:buNone/>
              <a:defRPr sz="1575" b="1">
                <a:solidFill>
                  <a:srgbClr val="E62B34"/>
                </a:solidFill>
                <a:latin typeface="Noto Sans JP"/>
                <a:ea typeface="Noto Sans JP"/>
                <a:cs typeface="Noto Sans JP"/>
              </a:defRPr>
            </a:lvl6pPr>
            <a:lvl7pPr>
              <a:buNone/>
              <a:defRPr sz="1575" b="1">
                <a:solidFill>
                  <a:srgbClr val="E62B34"/>
                </a:solidFill>
                <a:latin typeface="Noto Sans JP"/>
                <a:ea typeface="Noto Sans JP"/>
                <a:cs typeface="Noto Sans JP"/>
              </a:defRPr>
            </a:lvl7pPr>
            <a:lvl8pPr>
              <a:buNone/>
              <a:defRPr sz="1575" b="1">
                <a:solidFill>
                  <a:srgbClr val="E62B34"/>
                </a:solidFill>
                <a:latin typeface="Noto Sans JP"/>
                <a:ea typeface="Noto Sans JP"/>
                <a:cs typeface="Noto Sans JP"/>
              </a:defRPr>
            </a:lvl8pPr>
            <a:lvl9pPr>
              <a:buNone/>
              <a:defRPr sz="1575" b="1">
                <a:solidFill>
                  <a:srgbClr val="E62B34"/>
                </a:solidFill>
                <a:latin typeface="Noto Sans JP"/>
                <a:ea typeface="Noto Sans JP"/>
                <a:cs typeface="Noto Sans JP"/>
              </a:defRPr>
            </a:lvl9pPr>
          </a:lstStyle>
          <a:p xmlns:a="http://schemas.openxmlformats.org/drawingml/2006/main">
            <a:pPr>
              <a:buNone/>
              <a:defRPr sz="1575" b="1">
                <a:solidFill>
                  <a:srgbClr val="E62B34"/>
                </a:solidFill>
                <a:latin typeface="Noto Sans JP"/>
                <a:ea typeface="Noto Sans JP"/>
                <a:cs typeface="Noto Sans JP"/>
              </a:defRPr>
            </a:pPr>
            <a:r>
              <a:rPr sz="1575" b="1">
                <a:solidFill>
                  <a:srgbClr val="E62B34"/>
                </a:solidFill>
                <a:latin typeface="Noto Sans JP"/>
                <a:ea typeface="Noto Sans JP"/>
                <a:cs typeface="Noto Sans JP"/>
              </a:rPr>
              <a:t>TEDxWUSHS Youth 2026</a:t>
            </a:r>
          </a:p>
        </p:txBody>
      </p:sp>
      <p:sp>
        <p:nvSpPr>
          <p:cNvPr id="12" name="正方形/長方形 11">
            <a:extLst xmlns:a="http://schemas.openxmlformats.org/drawingml/2006/main">
              <a:ext uri="{FF2B5EF4-FFF2-40B4-BE49-F238E27FC236}">
                <a16:creationId xmlns:a16="http://schemas.microsoft.com/office/drawing/2014/main" id="{78983C61-4255-462C-9520-57E340CFBD66}"/>
              </a:ext>
            </a:extLst>
          </p:cNvPr>
          <p:cNvSpPr>
            <a:spLocks xmlns:a="http://schemas.openxmlformats.org/drawingml/2006/main" noGrp="1"/>
          </p:cNvSpPr>
          <p:nvPr/>
        </p:nvSpPr>
        <p:spPr>
          <a:xfrm xmlns:a="http://schemas.openxmlformats.org/drawingml/2006/main">
            <a:off x="5162550" y="5362575"/>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2400">
                <a:solidFill>
                  <a:srgbClr val="E62B34"/>
                </a:solidFill>
                <a:latin typeface="Noto Serif JP"/>
                <a:ea typeface="Noto Serif JP"/>
                <a:cs typeface="Noto Serif JP"/>
              </a:defRPr>
            </a:defPPr>
            <a:lvl1pPr algn="ctr">
              <a:buNone/>
              <a:defRPr sz="2400">
                <a:solidFill>
                  <a:srgbClr val="E62B34"/>
                </a:solidFill>
                <a:latin typeface="Noto Serif JP"/>
                <a:ea typeface="Noto Serif JP"/>
                <a:cs typeface="Noto Serif JP"/>
              </a:defRPr>
            </a:lvl1pPr>
            <a:lvl2pPr algn="ctr">
              <a:buNone/>
              <a:defRPr sz="2400">
                <a:solidFill>
                  <a:srgbClr val="E62B34"/>
                </a:solidFill>
                <a:latin typeface="Noto Serif JP"/>
                <a:ea typeface="Noto Serif JP"/>
                <a:cs typeface="Noto Serif JP"/>
              </a:defRPr>
            </a:lvl2pPr>
            <a:lvl3pPr algn="ctr">
              <a:buNone/>
              <a:defRPr sz="2400">
                <a:solidFill>
                  <a:srgbClr val="E62B34"/>
                </a:solidFill>
                <a:latin typeface="Noto Serif JP"/>
                <a:ea typeface="Noto Serif JP"/>
                <a:cs typeface="Noto Serif JP"/>
              </a:defRPr>
            </a:lvl3pPr>
            <a:lvl4pPr algn="ctr">
              <a:buNone/>
              <a:defRPr sz="2400">
                <a:solidFill>
                  <a:srgbClr val="E62B34"/>
                </a:solidFill>
                <a:latin typeface="Noto Serif JP"/>
                <a:ea typeface="Noto Serif JP"/>
                <a:cs typeface="Noto Serif JP"/>
              </a:defRPr>
            </a:lvl4pPr>
            <a:lvl5pPr algn="ctr">
              <a:buNone/>
              <a:defRPr sz="2400">
                <a:solidFill>
                  <a:srgbClr val="E62B34"/>
                </a:solidFill>
                <a:latin typeface="Noto Serif JP"/>
                <a:ea typeface="Noto Serif JP"/>
                <a:cs typeface="Noto Serif JP"/>
              </a:defRPr>
            </a:lvl5pPr>
            <a:lvl6pPr algn="ctr">
              <a:buNone/>
              <a:defRPr sz="2400">
                <a:solidFill>
                  <a:srgbClr val="E62B34"/>
                </a:solidFill>
                <a:latin typeface="Noto Serif JP"/>
                <a:ea typeface="Noto Serif JP"/>
                <a:cs typeface="Noto Serif JP"/>
              </a:defRPr>
            </a:lvl6pPr>
            <a:lvl7pPr algn="ctr">
              <a:buNone/>
              <a:defRPr sz="2400">
                <a:solidFill>
                  <a:srgbClr val="E62B34"/>
                </a:solidFill>
                <a:latin typeface="Noto Serif JP"/>
                <a:ea typeface="Noto Serif JP"/>
                <a:cs typeface="Noto Serif JP"/>
              </a:defRPr>
            </a:lvl7pPr>
            <a:lvl8pPr algn="ctr">
              <a:buNone/>
              <a:defRPr sz="2400">
                <a:solidFill>
                  <a:srgbClr val="E62B34"/>
                </a:solidFill>
                <a:latin typeface="Noto Serif JP"/>
                <a:ea typeface="Noto Serif JP"/>
                <a:cs typeface="Noto Serif JP"/>
              </a:defRPr>
            </a:lvl8pPr>
            <a:lvl9pPr algn="ctr">
              <a:buNone/>
              <a:defRPr sz="2400">
                <a:solidFill>
                  <a:srgbClr val="E62B34"/>
                </a:solidFill>
                <a:latin typeface="Noto Serif JP"/>
                <a:ea typeface="Noto Serif JP"/>
                <a:cs typeface="Noto Serif JP"/>
              </a:defRPr>
            </a:lvl9pPr>
          </a:lstStyle>
          <a:p xmlns:a="http://schemas.openxmlformats.org/drawingml/2006/main">
            <a:pPr algn="ctr">
              <a:buNone/>
              <a:defRPr sz="2400">
                <a:solidFill>
                  <a:srgbClr val="E62B34"/>
                </a:solidFill>
                <a:latin typeface="Noto Serif JP"/>
                <a:ea typeface="Noto Serif JP"/>
                <a:cs typeface="Noto Serif JP"/>
              </a:defRPr>
            </a:pPr>
            <a:r>
              <a:rPr sz="2400">
                <a:solidFill>
                  <a:srgbClr val="E62B34"/>
                </a:solidFill>
                <a:latin typeface="Noto Serif JP"/>
                <a:ea typeface="Noto Serif JP"/>
                <a:cs typeface="Noto Serif JP"/>
              </a:rPr>
              <a:t>BREAKSHOT</a:t>
            </a:r>
          </a:p>
        </p:txBody>
      </p:sp>
      <p:sp>
        <p:nvSpPr>
          <p:cNvPr id="13" name="正方形/長方形 12">
            <a:extLst xmlns:a="http://schemas.openxmlformats.org/drawingml/2006/main">
              <a:ext uri="{FF2B5EF4-FFF2-40B4-BE49-F238E27FC236}">
                <a16:creationId xmlns:a16="http://schemas.microsoft.com/office/drawing/2014/main" id="{D1CA792E-3877-4878-9FD7-652D834EDD60}"/>
              </a:ext>
            </a:extLst>
          </p:cNvPr>
          <p:cNvSpPr>
            <a:spLocks xmlns:a="http://schemas.openxmlformats.org/drawingml/2006/main" noGrp="1"/>
          </p:cNvSpPr>
          <p:nvPr/>
        </p:nvSpPr>
        <p:spPr>
          <a:xfrm xmlns:a="http://schemas.openxmlformats.org/drawingml/2006/main">
            <a:off x="600075" y="5981700"/>
            <a:ext cx="6429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840" b="1">
                <a:solidFill>
                  <a:srgbClr val="242124"/>
                </a:solidFill>
                <a:latin typeface="Noto Sans JP"/>
                <a:ea typeface="Noto Sans JP"/>
                <a:cs typeface="Noto Sans JP"/>
              </a:defRPr>
            </a:defPPr>
            <a:lvl1pPr>
              <a:buNone/>
              <a:defRPr sz="840" b="1">
                <a:solidFill>
                  <a:srgbClr val="242124"/>
                </a:solidFill>
                <a:latin typeface="Noto Sans JP"/>
                <a:ea typeface="Noto Sans JP"/>
                <a:cs typeface="Noto Sans JP"/>
              </a:defRPr>
            </a:lvl1pPr>
            <a:lvl2pPr>
              <a:buNone/>
              <a:defRPr sz="840" b="1">
                <a:solidFill>
                  <a:srgbClr val="242124"/>
                </a:solidFill>
                <a:latin typeface="Noto Sans JP"/>
                <a:ea typeface="Noto Sans JP"/>
                <a:cs typeface="Noto Sans JP"/>
              </a:defRPr>
            </a:lvl2pPr>
            <a:lvl3pPr>
              <a:buNone/>
              <a:defRPr sz="840" b="1">
                <a:solidFill>
                  <a:srgbClr val="242124"/>
                </a:solidFill>
                <a:latin typeface="Noto Sans JP"/>
                <a:ea typeface="Noto Sans JP"/>
                <a:cs typeface="Noto Sans JP"/>
              </a:defRPr>
            </a:lvl3pPr>
            <a:lvl4pPr>
              <a:buNone/>
              <a:defRPr sz="840" b="1">
                <a:solidFill>
                  <a:srgbClr val="242124"/>
                </a:solidFill>
                <a:latin typeface="Noto Sans JP"/>
                <a:ea typeface="Noto Sans JP"/>
                <a:cs typeface="Noto Sans JP"/>
              </a:defRPr>
            </a:lvl4pPr>
            <a:lvl5pPr>
              <a:buNone/>
              <a:defRPr sz="840" b="1">
                <a:solidFill>
                  <a:srgbClr val="242124"/>
                </a:solidFill>
                <a:latin typeface="Noto Sans JP"/>
                <a:ea typeface="Noto Sans JP"/>
                <a:cs typeface="Noto Sans JP"/>
              </a:defRPr>
            </a:lvl5pPr>
            <a:lvl6pPr>
              <a:buNone/>
              <a:defRPr sz="840" b="1">
                <a:solidFill>
                  <a:srgbClr val="242124"/>
                </a:solidFill>
                <a:latin typeface="Noto Sans JP"/>
                <a:ea typeface="Noto Sans JP"/>
                <a:cs typeface="Noto Sans JP"/>
              </a:defRPr>
            </a:lvl6pPr>
            <a:lvl7pPr>
              <a:buNone/>
              <a:defRPr sz="840" b="1">
                <a:solidFill>
                  <a:srgbClr val="242124"/>
                </a:solidFill>
                <a:latin typeface="Noto Sans JP"/>
                <a:ea typeface="Noto Sans JP"/>
                <a:cs typeface="Noto Sans JP"/>
              </a:defRPr>
            </a:lvl7pPr>
            <a:lvl8pPr>
              <a:buNone/>
              <a:defRPr sz="840" b="1">
                <a:solidFill>
                  <a:srgbClr val="242124"/>
                </a:solidFill>
                <a:latin typeface="Noto Sans JP"/>
                <a:ea typeface="Noto Sans JP"/>
                <a:cs typeface="Noto Sans JP"/>
              </a:defRPr>
            </a:lvl8pPr>
            <a:lvl9pPr>
              <a:buNone/>
              <a:defRPr sz="840" b="1">
                <a:solidFill>
                  <a:srgbClr val="242124"/>
                </a:solidFill>
                <a:latin typeface="Noto Sans JP"/>
                <a:ea typeface="Noto Sans JP"/>
                <a:cs typeface="Noto Sans JP"/>
              </a:defRPr>
            </a:lvl9pPr>
          </a:lstStyle>
          <a:p xmlns:a="http://schemas.openxmlformats.org/drawingml/2006/main">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今回は七人のスピーカーに、人生の「軌道」を変えたBreakshotについて語ってもらいます。</a:t>
            </a:r>
          </a:p>
          <a:p xmlns:a="http://schemas.openxmlformats.org/drawingml/2006/main">
            <a:pPr>
              <a:lnSpc>
                <a:spcPct val="122000"/>
              </a:lnSpc>
              <a:buNone/>
              <a:defRPr sz="840" b="1">
                <a:solidFill>
                  <a:srgbClr val="242124"/>
                </a:solidFill>
                <a:latin typeface="Noto Sans JP"/>
                <a:ea typeface="Noto Sans JP"/>
                <a:cs typeface="Noto Sans JP"/>
              </a:defRPr>
            </a:pPr>
            <a:r>
              <a:rPr sz="840" b="1">
                <a:solidFill>
                  <a:srgbClr val="242124"/>
                </a:solidFill>
                <a:latin typeface="Noto Sans JP"/>
                <a:ea typeface="Noto Sans JP"/>
                <a:cs typeface="Noto Sans JP"/>
              </a:rPr>
              <a:t>オーディエンスの皆さんの人生を変える機会となることを願っています。</a:t>
            </a:r>
          </a:p>
        </p:txBody>
      </p:sp>
      <p:sp>
        <p:nvSpPr>
          <p:cNvPr id="14" name="四角形: 角を丸くする 13">
            <a:extLst xmlns:a="http://schemas.openxmlformats.org/drawingml/2006/main">
              <a:ext uri="{FF2B5EF4-FFF2-40B4-BE49-F238E27FC236}">
                <a16:creationId xmlns:a16="http://schemas.microsoft.com/office/drawing/2014/main" id="{9AD7EDE5-FF68-4037-9486-B0CF92F6F6F2}"/>
              </a:ext>
            </a:extLst>
          </p:cNvPr>
          <p:cNvSpPr>
            <a:spLocks xmlns:a="http://schemas.openxmlformats.org/drawingml/2006/main" noGrp="1"/>
          </p:cNvSpPr>
          <p:nvPr/>
        </p:nvSpPr>
        <p:spPr>
          <a:xfrm xmlns:a="http://schemas.openxmlformats.org/drawingml/2006/main">
            <a:off x="523875" y="6619875"/>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対象者</a:t>
            </a:r>
          </a:p>
        </p:txBody>
      </p:sp>
      <p:sp>
        <p:nvSpPr>
          <p:cNvPr id="15" name="正方形/長方形 14">
            <a:extLst xmlns:a="http://schemas.openxmlformats.org/drawingml/2006/main">
              <a:ext uri="{FF2B5EF4-FFF2-40B4-BE49-F238E27FC236}">
                <a16:creationId xmlns:a16="http://schemas.microsoft.com/office/drawing/2014/main" id="{223D8743-1C46-45FB-9967-8ADBFC2F9578}"/>
              </a:ext>
            </a:extLst>
          </p:cNvPr>
          <p:cNvSpPr>
            <a:spLocks xmlns:a="http://schemas.openxmlformats.org/drawingml/2006/main" noGrp="1"/>
          </p:cNvSpPr>
          <p:nvPr/>
        </p:nvSpPr>
        <p:spPr>
          <a:xfrm xmlns:a="http://schemas.openxmlformats.org/drawingml/2006/main">
            <a:off x="619125" y="69723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88859"/>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早稲田大学高等学院の生徒および保護者の皆さま</a:t>
            </a:r>
          </a:p>
        </p:txBody>
      </p:sp>
      <p:sp>
        <p:nvSpPr>
          <p:cNvPr id="16" name="四角形: 角を丸くする 15">
            <a:extLst xmlns:a="http://schemas.openxmlformats.org/drawingml/2006/main">
              <a:ext uri="{FF2B5EF4-FFF2-40B4-BE49-F238E27FC236}">
                <a16:creationId xmlns:a16="http://schemas.microsoft.com/office/drawing/2014/main" id="{F784499F-C497-49FF-9CD3-945A518431A3}"/>
              </a:ext>
            </a:extLst>
          </p:cNvPr>
          <p:cNvSpPr>
            <a:spLocks xmlns:a="http://schemas.openxmlformats.org/drawingml/2006/main" noGrp="1"/>
          </p:cNvSpPr>
          <p:nvPr/>
        </p:nvSpPr>
        <p:spPr>
          <a:xfrm xmlns:a="http://schemas.openxmlformats.org/drawingml/2006/main">
            <a:off x="523875" y="7353300"/>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開催場所</a:t>
            </a:r>
          </a:p>
        </p:txBody>
      </p:sp>
      <p:sp>
        <p:nvSpPr>
          <p:cNvPr id="17" name="正方形/長方形 16">
            <a:extLst xmlns:a="http://schemas.openxmlformats.org/drawingml/2006/main">
              <a:ext uri="{FF2B5EF4-FFF2-40B4-BE49-F238E27FC236}">
                <a16:creationId xmlns:a16="http://schemas.microsoft.com/office/drawing/2014/main" id="{8020253F-13E4-4AA3-A009-9D92D613E121}"/>
              </a:ext>
            </a:extLst>
          </p:cNvPr>
          <p:cNvSpPr>
            <a:spLocks xmlns:a="http://schemas.openxmlformats.org/drawingml/2006/main" noGrp="1"/>
          </p:cNvSpPr>
          <p:nvPr/>
        </p:nvSpPr>
        <p:spPr>
          <a:xfrm xmlns:a="http://schemas.openxmlformats.org/drawingml/2006/main">
            <a:off x="619125" y="770572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早稲田大学高等学院　講堂</a:t>
            </a:r>
          </a:p>
        </p:txBody>
      </p:sp>
      <p:sp>
        <p:nvSpPr>
          <p:cNvPr id="18" name="四角形: 角を丸くする 17">
            <a:extLst xmlns:a="http://schemas.openxmlformats.org/drawingml/2006/main">
              <a:ext uri="{FF2B5EF4-FFF2-40B4-BE49-F238E27FC236}">
                <a16:creationId xmlns:a16="http://schemas.microsoft.com/office/drawing/2014/main" id="{768C0AD4-90B4-4DB1-8DF8-F956C4E2A5A4}"/>
              </a:ext>
            </a:extLst>
          </p:cNvPr>
          <p:cNvSpPr>
            <a:spLocks xmlns:a="http://schemas.openxmlformats.org/drawingml/2006/main" noGrp="1"/>
          </p:cNvSpPr>
          <p:nvPr/>
        </p:nvSpPr>
        <p:spPr>
          <a:xfrm xmlns:a="http://schemas.openxmlformats.org/drawingml/2006/main">
            <a:off x="523875" y="8086725"/>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スピーチ言語</a:t>
            </a:r>
          </a:p>
        </p:txBody>
      </p:sp>
      <p:sp>
        <p:nvSpPr>
          <p:cNvPr id="19" name="正方形/長方形 18">
            <a:extLst xmlns:a="http://schemas.openxmlformats.org/drawingml/2006/main">
              <a:ext uri="{FF2B5EF4-FFF2-40B4-BE49-F238E27FC236}">
                <a16:creationId xmlns:a16="http://schemas.microsoft.com/office/drawing/2014/main" id="{D7728473-B283-4442-A088-E042AB65DD78}"/>
              </a:ext>
            </a:extLst>
          </p:cNvPr>
          <p:cNvSpPr>
            <a:spLocks xmlns:a="http://schemas.openxmlformats.org/drawingml/2006/main" noGrp="1"/>
          </p:cNvSpPr>
          <p:nvPr/>
        </p:nvSpPr>
        <p:spPr>
          <a:xfrm xmlns:a="http://schemas.openxmlformats.org/drawingml/2006/main">
            <a:off x="619125" y="84391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3234"/>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日本語・英語の両方のスピーチを予定しています。</a:t>
            </a:r>
          </a:p>
        </p:txBody>
      </p:sp>
      <p:sp>
        <p:nvSpPr>
          <p:cNvPr id="20" name="四角形: 角を丸くする 19">
            <a:extLst xmlns:a="http://schemas.openxmlformats.org/drawingml/2006/main">
              <a:ext uri="{FF2B5EF4-FFF2-40B4-BE49-F238E27FC236}">
                <a16:creationId xmlns:a16="http://schemas.microsoft.com/office/drawing/2014/main" id="{E561EBC8-E3C1-41E6-80C2-653FA784C47B}"/>
              </a:ext>
            </a:extLst>
          </p:cNvPr>
          <p:cNvSpPr>
            <a:spLocks xmlns:a="http://schemas.openxmlformats.org/drawingml/2006/main" noGrp="1"/>
          </p:cNvSpPr>
          <p:nvPr/>
        </p:nvSpPr>
        <p:spPr>
          <a:xfrm xmlns:a="http://schemas.openxmlformats.org/drawingml/2006/main">
            <a:off x="523875" y="8820150"/>
            <a:ext cx="1104900" cy="257175"/>
          </a:xfrm>
          <a:prstGeom xmlns:a="http://schemas.openxmlformats.org/drawingml/2006/main" prst="roundRect">
            <a:avLst>
              <a:gd name="adj" fmla="val 44444"/>
            </a:avLst>
          </a:prstGeom>
          <a:solidFill xmlns:a="http://schemas.openxmlformats.org/drawingml/2006/main">
            <a:srgbClr val="D9D9DA"/>
          </a:solidFill>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字幕対応</a:t>
            </a:r>
          </a:p>
        </p:txBody>
      </p:sp>
      <p:sp>
        <p:nvSpPr>
          <p:cNvPr id="21" name="正方形/長方形 20">
            <a:extLst xmlns:a="http://schemas.openxmlformats.org/drawingml/2006/main">
              <a:ext uri="{FF2B5EF4-FFF2-40B4-BE49-F238E27FC236}">
                <a16:creationId xmlns:a16="http://schemas.microsoft.com/office/drawing/2014/main" id="{3F805DD1-A343-4C03-9AAF-FE721FED3863}"/>
              </a:ext>
            </a:extLst>
          </p:cNvPr>
          <p:cNvSpPr>
            <a:spLocks xmlns:a="http://schemas.openxmlformats.org/drawingml/2006/main" noGrp="1"/>
          </p:cNvSpPr>
          <p:nvPr/>
        </p:nvSpPr>
        <p:spPr>
          <a:xfrm xmlns:a="http://schemas.openxmlformats.org/drawingml/2006/main">
            <a:off x="619125" y="91725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1200">
                <a:solidFill>
                  <a:srgbClr val="2F2B2D"/>
                </a:solidFill>
                <a:latin typeface="Noto Sans JP"/>
                <a:ea typeface="Noto Sans JP"/>
                <a:cs typeface="Noto Sans JP"/>
              </a:defRPr>
            </a:defPPr>
            <a:lvl1pPr>
              <a:buNone/>
              <a:defRPr sz="1200">
                <a:solidFill>
                  <a:srgbClr val="2F2B2D"/>
                </a:solidFill>
                <a:latin typeface="Noto Sans JP"/>
                <a:ea typeface="Noto Sans JP"/>
                <a:cs typeface="Noto Sans JP"/>
              </a:defRPr>
            </a:lvl1pPr>
            <a:lvl2pPr>
              <a:buNone/>
              <a:defRPr sz="1200">
                <a:solidFill>
                  <a:srgbClr val="2F2B2D"/>
                </a:solidFill>
                <a:latin typeface="Noto Sans JP"/>
                <a:ea typeface="Noto Sans JP"/>
                <a:cs typeface="Noto Sans JP"/>
              </a:defRPr>
            </a:lvl2pPr>
            <a:lvl3pPr>
              <a:buNone/>
              <a:defRPr sz="1200">
                <a:solidFill>
                  <a:srgbClr val="2F2B2D"/>
                </a:solidFill>
                <a:latin typeface="Noto Sans JP"/>
                <a:ea typeface="Noto Sans JP"/>
                <a:cs typeface="Noto Sans JP"/>
              </a:defRPr>
            </a:lvl3pPr>
            <a:lvl4pPr>
              <a:buNone/>
              <a:defRPr sz="1200">
                <a:solidFill>
                  <a:srgbClr val="2F2B2D"/>
                </a:solidFill>
                <a:latin typeface="Noto Sans JP"/>
                <a:ea typeface="Noto Sans JP"/>
                <a:cs typeface="Noto Sans JP"/>
              </a:defRPr>
            </a:lvl4pPr>
            <a:lvl5pPr>
              <a:buNone/>
              <a:defRPr sz="1200">
                <a:solidFill>
                  <a:srgbClr val="2F2B2D"/>
                </a:solidFill>
                <a:latin typeface="Noto Sans JP"/>
                <a:ea typeface="Noto Sans JP"/>
                <a:cs typeface="Noto Sans JP"/>
              </a:defRPr>
            </a:lvl5pPr>
            <a:lvl6pPr>
              <a:buNone/>
              <a:defRPr sz="1200">
                <a:solidFill>
                  <a:srgbClr val="2F2B2D"/>
                </a:solidFill>
                <a:latin typeface="Noto Sans JP"/>
                <a:ea typeface="Noto Sans JP"/>
                <a:cs typeface="Noto Sans JP"/>
              </a:defRPr>
            </a:lvl6pPr>
            <a:lvl7pPr>
              <a:buNone/>
              <a:defRPr sz="1200">
                <a:solidFill>
                  <a:srgbClr val="2F2B2D"/>
                </a:solidFill>
                <a:latin typeface="Noto Sans JP"/>
                <a:ea typeface="Noto Sans JP"/>
                <a:cs typeface="Noto Sans JP"/>
              </a:defRPr>
            </a:lvl7pPr>
            <a:lvl8pPr>
              <a:buNone/>
              <a:defRPr sz="1200">
                <a:solidFill>
                  <a:srgbClr val="2F2B2D"/>
                </a:solidFill>
                <a:latin typeface="Noto Sans JP"/>
                <a:ea typeface="Noto Sans JP"/>
                <a:cs typeface="Noto Sans JP"/>
              </a:defRPr>
            </a:lvl8pPr>
            <a:lvl9pPr>
              <a:buNone/>
              <a:defRPr sz="1200">
                <a:solidFill>
                  <a:srgbClr val="2F2B2D"/>
                </a:solidFill>
                <a:latin typeface="Noto Sans JP"/>
                <a:ea typeface="Noto Sans JP"/>
                <a:cs typeface="Noto Sans JP"/>
              </a:defRPr>
            </a:lvl9pPr>
          </a:lstStyle>
          <a:p xmlns:a="http://schemas.openxmlformats.org/drawingml/2006/main">
            <a:pPr>
              <a:lnSpc>
                <a:spcPct val="120000"/>
              </a:lnSpc>
              <a:buNone/>
              <a:defRPr sz="1200">
                <a:solidFill>
                  <a:srgbClr val="2F2B2D"/>
                </a:solidFill>
                <a:latin typeface="Noto Sans JP"/>
                <a:ea typeface="Noto Sans JP"/>
                <a:cs typeface="Noto Sans JP"/>
              </a:defRPr>
            </a:pPr>
            <a:r>
              <a:rPr sz="1200">
                <a:solidFill>
                  <a:srgbClr val="2F2B2D"/>
                </a:solidFill>
                <a:latin typeface="Noto Sans JP"/>
                <a:ea typeface="Noto Sans JP"/>
                <a:cs typeface="Noto Sans JP"/>
              </a:rPr>
              <a:t>スライドへの字幕表示を予定しています。</a:t>
            </a:r>
          </a:p>
        </p:txBody>
      </p:sp>
      <p:sp>
        <p:nvSpPr>
          <p:cNvPr id="23" name="正方形/長方形 22">
            <a:extLst xmlns:a="http://schemas.openxmlformats.org/drawingml/2006/main">
              <a:ext uri="{FF2B5EF4-FFF2-40B4-BE49-F238E27FC236}">
                <a16:creationId xmlns:a16="http://schemas.microsoft.com/office/drawing/2014/main" id="{8F00AE29-8F6F-4FB1-AEFE-C0834836212F}"/>
              </a:ext>
            </a:extLst>
          </p:cNvPr>
          <p:cNvSpPr>
            <a:spLocks xmlns:a="http://schemas.openxmlformats.org/drawingml/2006/main" noGrp="1"/>
          </p:cNvSpPr>
          <p:nvPr/>
        </p:nvSpPr>
        <p:spPr>
          <a:xfrm xmlns:a="http://schemas.openxmlformats.org/drawingml/2006/main">
            <a:off x="4714875" y="6772275"/>
            <a:ext cx="18859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350" b="1">
                <a:solidFill>
                  <a:srgbClr val="E62B34"/>
                </a:solidFill>
                <a:latin typeface="Noto Sans JP"/>
                <a:ea typeface="Noto Sans JP"/>
                <a:cs typeface="Noto Sans JP"/>
              </a:defRPr>
            </a:defPPr>
            <a:lvl1pPr algn="ctr">
              <a:buNone/>
              <a:defRPr sz="1350" b="1">
                <a:solidFill>
                  <a:srgbClr val="E62B34"/>
                </a:solidFill>
                <a:latin typeface="Noto Sans JP"/>
                <a:ea typeface="Noto Sans JP"/>
                <a:cs typeface="Noto Sans JP"/>
              </a:defRPr>
            </a:lvl1pPr>
            <a:lvl2pPr algn="ctr">
              <a:buNone/>
              <a:defRPr sz="1350" b="1">
                <a:solidFill>
                  <a:srgbClr val="E62B34"/>
                </a:solidFill>
                <a:latin typeface="Noto Sans JP"/>
                <a:ea typeface="Noto Sans JP"/>
                <a:cs typeface="Noto Sans JP"/>
              </a:defRPr>
            </a:lvl2pPr>
            <a:lvl3pPr algn="ctr">
              <a:buNone/>
              <a:defRPr sz="1350" b="1">
                <a:solidFill>
                  <a:srgbClr val="E62B34"/>
                </a:solidFill>
                <a:latin typeface="Noto Sans JP"/>
                <a:ea typeface="Noto Sans JP"/>
                <a:cs typeface="Noto Sans JP"/>
              </a:defRPr>
            </a:lvl3pPr>
            <a:lvl4pPr algn="ctr">
              <a:buNone/>
              <a:defRPr sz="1350" b="1">
                <a:solidFill>
                  <a:srgbClr val="E62B34"/>
                </a:solidFill>
                <a:latin typeface="Noto Sans JP"/>
                <a:ea typeface="Noto Sans JP"/>
                <a:cs typeface="Noto Sans JP"/>
              </a:defRPr>
            </a:lvl4pPr>
            <a:lvl5pPr algn="ctr">
              <a:buNone/>
              <a:defRPr sz="1350" b="1">
                <a:solidFill>
                  <a:srgbClr val="E62B34"/>
                </a:solidFill>
                <a:latin typeface="Noto Sans JP"/>
                <a:ea typeface="Noto Sans JP"/>
                <a:cs typeface="Noto Sans JP"/>
              </a:defRPr>
            </a:lvl5pPr>
            <a:lvl6pPr algn="ctr">
              <a:buNone/>
              <a:defRPr sz="1350" b="1">
                <a:solidFill>
                  <a:srgbClr val="E62B34"/>
                </a:solidFill>
                <a:latin typeface="Noto Sans JP"/>
                <a:ea typeface="Noto Sans JP"/>
                <a:cs typeface="Noto Sans JP"/>
              </a:defRPr>
            </a:lvl6pPr>
            <a:lvl7pPr algn="ctr">
              <a:buNone/>
              <a:defRPr sz="1350" b="1">
                <a:solidFill>
                  <a:srgbClr val="E62B34"/>
                </a:solidFill>
                <a:latin typeface="Noto Sans JP"/>
                <a:ea typeface="Noto Sans JP"/>
                <a:cs typeface="Noto Sans JP"/>
              </a:defRPr>
            </a:lvl7pPr>
            <a:lvl8pPr algn="ctr">
              <a:buNone/>
              <a:defRPr sz="1350" b="1">
                <a:solidFill>
                  <a:srgbClr val="E62B34"/>
                </a:solidFill>
                <a:latin typeface="Noto Sans JP"/>
                <a:ea typeface="Noto Sans JP"/>
                <a:cs typeface="Noto Sans JP"/>
              </a:defRPr>
            </a:lvl8pPr>
            <a:lvl9pPr algn="ctr">
              <a:buNone/>
              <a:defRPr sz="1350" b="1">
                <a:solidFill>
                  <a:srgbClr val="E62B34"/>
                </a:solidFill>
                <a:latin typeface="Noto Sans JP"/>
                <a:ea typeface="Noto Sans JP"/>
                <a:cs typeface="Noto Sans JP"/>
              </a:defRPr>
            </a:lvl9pPr>
          </a:lstStyle>
          <a:p xmlns:a="http://schemas.openxmlformats.org/drawingml/2006/main">
            <a:pPr algn="ctr">
              <a:buNone/>
              <a:defRPr sz="1350" b="1">
                <a:solidFill>
                  <a:srgbClr val="E62B34"/>
                </a:solidFill>
                <a:latin typeface="Noto Sans JP"/>
                <a:ea typeface="Noto Sans JP"/>
                <a:cs typeface="Noto Sans JP"/>
              </a:defRPr>
            </a:pPr>
            <a:r>
              <a:rPr sz="1350" b="1">
                <a:solidFill>
                  <a:srgbClr val="E62B34"/>
                </a:solidFill>
                <a:latin typeface="Noto Sans JP"/>
                <a:ea typeface="Noto Sans JP"/>
                <a:cs typeface="Noto Sans JP"/>
              </a:rPr>
              <a:t>参加について</a:t>
            </a:r>
          </a:p>
        </p:txBody>
      </p:sp>
      <p:sp>
        <p:nvSpPr>
          <p:cNvPr id="24" name="正方形/長方形 23">
            <a:extLst xmlns:a="http://schemas.openxmlformats.org/drawingml/2006/main">
              <a:ext uri="{FF2B5EF4-FFF2-40B4-BE49-F238E27FC236}">
                <a16:creationId xmlns:a16="http://schemas.microsoft.com/office/drawing/2014/main" id="{1ADCA051-A5FF-4528-BAB9-4381A4E3FDD1}"/>
              </a:ext>
            </a:extLst>
          </p:cNvPr>
          <p:cNvSpPr>
            <a:spLocks xmlns:a="http://schemas.openxmlformats.org/drawingml/2006/main" noGrp="1"/>
          </p:cNvSpPr>
          <p:nvPr/>
        </p:nvSpPr>
        <p:spPr>
          <a:xfrm xmlns:a="http://schemas.openxmlformats.org/drawingml/2006/main">
            <a:off x="4505325" y="7153275"/>
            <a:ext cx="23050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125" b="1">
                <a:solidFill>
                  <a:srgbClr val="242124"/>
                </a:solidFill>
                <a:latin typeface="Noto Sans JP"/>
                <a:ea typeface="Noto Sans JP"/>
                <a:cs typeface="Noto Sans JP"/>
              </a:defRPr>
            </a:defPPr>
            <a:lvl1pPr algn="ctr">
              <a:buNone/>
              <a:defRPr sz="1125" b="1">
                <a:solidFill>
                  <a:srgbClr val="242124"/>
                </a:solidFill>
                <a:latin typeface="Noto Sans JP"/>
                <a:ea typeface="Noto Sans JP"/>
                <a:cs typeface="Noto Sans JP"/>
              </a:defRPr>
            </a:lvl1pPr>
            <a:lvl2pPr algn="ctr">
              <a:buNone/>
              <a:defRPr sz="1125" b="1">
                <a:solidFill>
                  <a:srgbClr val="242124"/>
                </a:solidFill>
                <a:latin typeface="Noto Sans JP"/>
                <a:ea typeface="Noto Sans JP"/>
                <a:cs typeface="Noto Sans JP"/>
              </a:defRPr>
            </a:lvl2pPr>
            <a:lvl3pPr algn="ctr">
              <a:buNone/>
              <a:defRPr sz="1125" b="1">
                <a:solidFill>
                  <a:srgbClr val="242124"/>
                </a:solidFill>
                <a:latin typeface="Noto Sans JP"/>
                <a:ea typeface="Noto Sans JP"/>
                <a:cs typeface="Noto Sans JP"/>
              </a:defRPr>
            </a:lvl3pPr>
            <a:lvl4pPr algn="ctr">
              <a:buNone/>
              <a:defRPr sz="1125" b="1">
                <a:solidFill>
                  <a:srgbClr val="242124"/>
                </a:solidFill>
                <a:latin typeface="Noto Sans JP"/>
                <a:ea typeface="Noto Sans JP"/>
                <a:cs typeface="Noto Sans JP"/>
              </a:defRPr>
            </a:lvl4pPr>
            <a:lvl5pPr algn="ctr">
              <a:buNone/>
              <a:defRPr sz="1125" b="1">
                <a:solidFill>
                  <a:srgbClr val="242124"/>
                </a:solidFill>
                <a:latin typeface="Noto Sans JP"/>
                <a:ea typeface="Noto Sans JP"/>
                <a:cs typeface="Noto Sans JP"/>
              </a:defRPr>
            </a:lvl5pPr>
            <a:lvl6pPr algn="ctr">
              <a:buNone/>
              <a:defRPr sz="1125" b="1">
                <a:solidFill>
                  <a:srgbClr val="242124"/>
                </a:solidFill>
                <a:latin typeface="Noto Sans JP"/>
                <a:ea typeface="Noto Sans JP"/>
                <a:cs typeface="Noto Sans JP"/>
              </a:defRPr>
            </a:lvl6pPr>
            <a:lvl7pPr algn="ctr">
              <a:buNone/>
              <a:defRPr sz="1125" b="1">
                <a:solidFill>
                  <a:srgbClr val="242124"/>
                </a:solidFill>
                <a:latin typeface="Noto Sans JP"/>
                <a:ea typeface="Noto Sans JP"/>
                <a:cs typeface="Noto Sans JP"/>
              </a:defRPr>
            </a:lvl7pPr>
            <a:lvl8pPr algn="ctr">
              <a:buNone/>
              <a:defRPr sz="1125" b="1">
                <a:solidFill>
                  <a:srgbClr val="242124"/>
                </a:solidFill>
                <a:latin typeface="Noto Sans JP"/>
                <a:ea typeface="Noto Sans JP"/>
                <a:cs typeface="Noto Sans JP"/>
              </a:defRPr>
            </a:lvl8pPr>
            <a:lvl9pPr algn="ctr">
              <a:buNone/>
              <a:defRPr sz="1125" b="1">
                <a:solidFill>
                  <a:srgbClr val="242124"/>
                </a:solidFill>
                <a:latin typeface="Noto Sans JP"/>
                <a:ea typeface="Noto Sans JP"/>
                <a:cs typeface="Noto Sans JP"/>
              </a:defRPr>
            </a:lvl9pPr>
          </a:lstStyle>
          <a:p xmlns:a="http://schemas.openxmlformats.org/drawingml/2006/main">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ブース内に展示してある</a:t>
            </a:r>
            <a:endParaRPr sz="1125" b="1">
              <a:solidFill>
                <a:srgbClr val="242124"/>
              </a:solidFill>
              <a:latin typeface="Noto Sans JP"/>
              <a:ea typeface="Noto Sans JP"/>
              <a:cs typeface="Noto Sans JP"/>
            </a:endParaRPr>
          </a:p>
          <a:p xmlns:a="http://schemas.openxmlformats.org/drawingml/2006/main">
            <a:pPr algn="ctr">
              <a:lnSpc>
                <a:spcPct val="120000"/>
              </a:lnSpc>
              <a:buNone/>
              <a:defRPr sz="1125" b="1">
                <a:solidFill>
                  <a:srgbClr val="242124"/>
                </a:solidFill>
                <a:latin typeface="Noto Sans JP"/>
                <a:ea typeface="Noto Sans JP"/>
                <a:cs typeface="Noto Sans JP"/>
              </a:defRPr>
            </a:pPr>
            <a:r>
              <a:rPr sz="1125" b="1">
                <a:solidFill>
                  <a:srgbClr val="242124"/>
                </a:solidFill>
                <a:latin typeface="Noto Sans JP"/>
                <a:ea typeface="Noto Sans JP"/>
                <a:cs typeface="Noto Sans JP"/>
              </a:rPr>
              <a:t>QRコードを読み取ってください</a:t>
            </a:r>
            <a:r>
              <a:rPr sz="1125" b="1">
                <a:solidFill>
                  <a:srgbClr val="242124"/>
                </a:solidFill>
                <a:latin typeface="Noto Sans JP"/>
                <a:ea typeface="Noto Sans JP"/>
                <a:cs typeface="Noto Sans JP"/>
              </a:rPr>
              <a:t>。</a:t>
            </a:r>
          </a:p>
        </p:txBody>
      </p:sp>
      <p:sp>
        <p:nvSpPr>
          <p:cNvPr id="25" name="正方形/長方形 24">
            <a:extLst xmlns:a="http://schemas.openxmlformats.org/drawingml/2006/main">
              <a:ext uri="{FF2B5EF4-FFF2-40B4-BE49-F238E27FC236}">
                <a16:creationId xmlns:a16="http://schemas.microsoft.com/office/drawing/2014/main" id="{E2823A37-5794-410D-98A6-D6BA1287BB9D}"/>
              </a:ext>
            </a:extLst>
          </p:cNvPr>
          <p:cNvSpPr>
            <a:spLocks xmlns:a="http://schemas.openxmlformats.org/drawingml/2006/main" noGrp="1"/>
          </p:cNvSpPr>
          <p:nvPr/>
        </p:nvSpPr>
        <p:spPr>
          <a:xfrm xmlns:a="http://schemas.openxmlformats.org/drawingml/2006/main">
            <a:off x="4438650" y="7810500"/>
            <a:ext cx="24574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defRPr sz="960" b="1">
                <a:solidFill>
                  <a:srgbClr val="242124"/>
                </a:solidFill>
                <a:latin typeface="Noto Sans JP"/>
                <a:ea typeface="Noto Sans JP"/>
                <a:cs typeface="Noto Sans JP"/>
              </a:defRPr>
            </a:defPPr>
            <a:lvl1pPr>
              <a:buNone/>
              <a:defRPr sz="960" b="1">
                <a:solidFill>
                  <a:srgbClr val="242124"/>
                </a:solidFill>
                <a:latin typeface="Noto Sans JP"/>
                <a:ea typeface="Noto Sans JP"/>
                <a:cs typeface="Noto Sans JP"/>
              </a:defRPr>
            </a:lvl1pPr>
            <a:lvl2pPr>
              <a:buNone/>
              <a:defRPr sz="960" b="1">
                <a:solidFill>
                  <a:srgbClr val="242124"/>
                </a:solidFill>
                <a:latin typeface="Noto Sans JP"/>
                <a:ea typeface="Noto Sans JP"/>
                <a:cs typeface="Noto Sans JP"/>
              </a:defRPr>
            </a:lvl2pPr>
            <a:lvl3pPr>
              <a:buNone/>
              <a:defRPr sz="960" b="1">
                <a:solidFill>
                  <a:srgbClr val="242124"/>
                </a:solidFill>
                <a:latin typeface="Noto Sans JP"/>
                <a:ea typeface="Noto Sans JP"/>
                <a:cs typeface="Noto Sans JP"/>
              </a:defRPr>
            </a:lvl3pPr>
            <a:lvl4pPr>
              <a:buNone/>
              <a:defRPr sz="960" b="1">
                <a:solidFill>
                  <a:srgbClr val="242124"/>
                </a:solidFill>
                <a:latin typeface="Noto Sans JP"/>
                <a:ea typeface="Noto Sans JP"/>
                <a:cs typeface="Noto Sans JP"/>
              </a:defRPr>
            </a:lvl4pPr>
            <a:lvl5pPr>
              <a:buNone/>
              <a:defRPr sz="960" b="1">
                <a:solidFill>
                  <a:srgbClr val="242124"/>
                </a:solidFill>
                <a:latin typeface="Noto Sans JP"/>
                <a:ea typeface="Noto Sans JP"/>
                <a:cs typeface="Noto Sans JP"/>
              </a:defRPr>
            </a:lvl5pPr>
            <a:lvl6pPr>
              <a:buNone/>
              <a:defRPr sz="960" b="1">
                <a:solidFill>
                  <a:srgbClr val="242124"/>
                </a:solidFill>
                <a:latin typeface="Noto Sans JP"/>
                <a:ea typeface="Noto Sans JP"/>
                <a:cs typeface="Noto Sans JP"/>
              </a:defRPr>
            </a:lvl6pPr>
            <a:lvl7pPr>
              <a:buNone/>
              <a:defRPr sz="960" b="1">
                <a:solidFill>
                  <a:srgbClr val="242124"/>
                </a:solidFill>
                <a:latin typeface="Noto Sans JP"/>
                <a:ea typeface="Noto Sans JP"/>
                <a:cs typeface="Noto Sans JP"/>
              </a:defRPr>
            </a:lvl7pPr>
            <a:lvl8pPr>
              <a:buNone/>
              <a:defRPr sz="960" b="1">
                <a:solidFill>
                  <a:srgbClr val="242124"/>
                </a:solidFill>
                <a:latin typeface="Noto Sans JP"/>
                <a:ea typeface="Noto Sans JP"/>
                <a:cs typeface="Noto Sans JP"/>
              </a:defRPr>
            </a:lvl8pPr>
            <a:lvl9pPr>
              <a:buNone/>
              <a:defRPr sz="960" b="1">
                <a:solidFill>
                  <a:srgbClr val="242124"/>
                </a:solidFill>
                <a:latin typeface="Noto Sans JP"/>
                <a:ea typeface="Noto Sans JP"/>
                <a:cs typeface="Noto Sans JP"/>
              </a:defRPr>
            </a:lvl9pPr>
          </a:lstStyle>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 申し込み期限：10/24（土）</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・Data：2026年10月31日（土）</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・Time：14:00～18:00（Open：13:30）</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・Venue：早稲田大学高等学院講堂</a:t>
            </a:r>
          </a:p>
          <a:p xmlns:a="http://schemas.openxmlformats.org/drawingml/2006/main">
            <a:pPr>
              <a:lnSpc>
                <a:spcPct val="128000"/>
              </a:lnSpc>
              <a:buNone/>
              <a:defRPr sz="960" b="1">
                <a:solidFill>
                  <a:srgbClr val="242124"/>
                </a:solidFill>
                <a:latin typeface="Noto Sans JP"/>
                <a:ea typeface="Noto Sans JP"/>
                <a:cs typeface="Noto Sans JP"/>
              </a:defRPr>
            </a:pPr>
            <a:r>
              <a:rPr sz="960" b="1">
                <a:solidFill>
                  <a:srgbClr val="242124"/>
                </a:solidFill>
                <a:latin typeface="Noto Sans JP"/>
                <a:ea typeface="Noto Sans JP"/>
                <a:cs typeface="Noto Sans JP"/>
              </a:rPr>
              <a:t>・Target audience：学院生とその保護者</a:t>
            </a:r>
          </a:p>
        </p:txBody>
      </p:sp>
      <p:pic>
        <p:nvPicPr>
          <p:cNvPr id="26" name="図 25">
            <a:extLst xmlns:a="http://schemas.openxmlformats.org/drawingml/2006/main">
              <a:ext uri="{FF2B5EF4-FFF2-40B4-BE49-F238E27FC236}">
                <a16:creationId xmlns:a16="http://schemas.microsoft.com/office/drawing/2014/main" id="{F63E5330-FD32-41A9-B981-D2C2D46EEE05}"/>
              </a:ext>
            </a:extLst>
          </p:cNvPr>
          <p:cNvPicPr>
            <a:picLocks xmlns:a="http://schemas.openxmlformats.org/drawingml/2006/main" noChangeAspect="1"/>
          </p:cNvPicPr>
          <p:nvPr/>
        </p:nvPicPr>
        <p:blipFill>
          <a:blip xmlns:r="http://schemas.openxmlformats.org/officeDocument/2006/relationships" xmlns:a="http://schemas.openxmlformats.org/drawingml/2006/main" r:embed="Rae838e76f1b04e0b"/>
          <a:stretch xmlns:a="http://schemas.openxmlformats.org/drawingml/2006/main"/>
        </p:blipFill>
        <p:spPr>
          <a:xfrm xmlns:a="http://schemas.openxmlformats.org/drawingml/2006/main">
            <a:off x="525066" y="9734550"/>
            <a:ext cx="3312319" cy="523875"/>
          </a:xfrm>
          <a:prstGeom xmlns:a="http://schemas.openxmlformats.org/drawingml/2006/main" prst="rect">
            <a:avLst/>
          </a:prstGeom>
        </p:spPr>
      </p:pic>
      <p:sp>
        <p:nvSpPr>
          <p:cNvPr id="27" name="正方形/長方形 26">
            <a:extLst xmlns:a="http://schemas.openxmlformats.org/drawingml/2006/main">
              <a:ext uri="{FF2B5EF4-FFF2-40B4-BE49-F238E27FC236}">
                <a16:creationId xmlns:a16="http://schemas.microsoft.com/office/drawing/2014/main" id="{1C0846A0-60FA-41F8-9E15-AE1479B18E9A}"/>
              </a:ext>
            </a:extLst>
          </p:cNvPr>
          <p:cNvSpPr>
            <a:spLocks xmlns:a="http://schemas.openxmlformats.org/drawingml/2006/main" noGrp="1"/>
          </p:cNvSpPr>
          <p:nvPr/>
        </p:nvSpPr>
        <p:spPr>
          <a:xfrm xmlns:a="http://schemas.openxmlformats.org/drawingml/2006/main">
            <a:off x="4000500" y="9505950"/>
            <a:ext cx="3209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088" b="1">
                <a:solidFill>
                  <a:srgbClr val="E62B34"/>
                </a:solidFill>
                <a:latin typeface="Noto Sans JP"/>
                <a:ea typeface="Noto Sans JP"/>
                <a:cs typeface="Noto Sans JP"/>
              </a:defRPr>
            </a:defPPr>
            <a:lvl1pPr algn="ctr">
              <a:buNone/>
              <a:defRPr sz="1088" b="1">
                <a:solidFill>
                  <a:srgbClr val="E62B34"/>
                </a:solidFill>
                <a:latin typeface="Noto Sans JP"/>
                <a:ea typeface="Noto Sans JP"/>
                <a:cs typeface="Noto Sans JP"/>
              </a:defRPr>
            </a:lvl1pPr>
            <a:lvl2pPr algn="ctr">
              <a:buNone/>
              <a:defRPr sz="1088" b="1">
                <a:solidFill>
                  <a:srgbClr val="E62B34"/>
                </a:solidFill>
                <a:latin typeface="Noto Sans JP"/>
                <a:ea typeface="Noto Sans JP"/>
                <a:cs typeface="Noto Sans JP"/>
              </a:defRPr>
            </a:lvl2pPr>
            <a:lvl3pPr algn="ctr">
              <a:buNone/>
              <a:defRPr sz="1088" b="1">
                <a:solidFill>
                  <a:srgbClr val="E62B34"/>
                </a:solidFill>
                <a:latin typeface="Noto Sans JP"/>
                <a:ea typeface="Noto Sans JP"/>
                <a:cs typeface="Noto Sans JP"/>
              </a:defRPr>
            </a:lvl3pPr>
            <a:lvl4pPr algn="ctr">
              <a:buNone/>
              <a:defRPr sz="1088" b="1">
                <a:solidFill>
                  <a:srgbClr val="E62B34"/>
                </a:solidFill>
                <a:latin typeface="Noto Sans JP"/>
                <a:ea typeface="Noto Sans JP"/>
                <a:cs typeface="Noto Sans JP"/>
              </a:defRPr>
            </a:lvl4pPr>
            <a:lvl5pPr algn="ctr">
              <a:buNone/>
              <a:defRPr sz="1088" b="1">
                <a:solidFill>
                  <a:srgbClr val="E62B34"/>
                </a:solidFill>
                <a:latin typeface="Noto Sans JP"/>
                <a:ea typeface="Noto Sans JP"/>
                <a:cs typeface="Noto Sans JP"/>
              </a:defRPr>
            </a:lvl5pPr>
            <a:lvl6pPr algn="ctr">
              <a:buNone/>
              <a:defRPr sz="1088" b="1">
                <a:solidFill>
                  <a:srgbClr val="E62B34"/>
                </a:solidFill>
                <a:latin typeface="Noto Sans JP"/>
                <a:ea typeface="Noto Sans JP"/>
                <a:cs typeface="Noto Sans JP"/>
              </a:defRPr>
            </a:lvl6pPr>
            <a:lvl7pPr algn="ctr">
              <a:buNone/>
              <a:defRPr sz="1088" b="1">
                <a:solidFill>
                  <a:srgbClr val="E62B34"/>
                </a:solidFill>
                <a:latin typeface="Noto Sans JP"/>
                <a:ea typeface="Noto Sans JP"/>
                <a:cs typeface="Noto Sans JP"/>
              </a:defRPr>
            </a:lvl7pPr>
            <a:lvl8pPr algn="ctr">
              <a:buNone/>
              <a:defRPr sz="1088" b="1">
                <a:solidFill>
                  <a:srgbClr val="E62B34"/>
                </a:solidFill>
                <a:latin typeface="Noto Sans JP"/>
                <a:ea typeface="Noto Sans JP"/>
                <a:cs typeface="Noto Sans JP"/>
              </a:defRPr>
            </a:lvl8pPr>
            <a:lvl9pPr algn="ctr">
              <a:buNone/>
              <a:defRPr sz="1088" b="1">
                <a:solidFill>
                  <a:srgbClr val="E62B34"/>
                </a:solidFill>
                <a:latin typeface="Noto Sans JP"/>
                <a:ea typeface="Noto Sans JP"/>
                <a:cs typeface="Noto Sans JP"/>
              </a:defRPr>
            </a:lvl9pPr>
          </a:lstStyle>
          <a:p xmlns:a="http://schemas.openxmlformats.org/drawingml/2006/main">
            <a:pPr algn="ctr">
              <a:buNone/>
              <a:defRPr sz="1088" b="1">
                <a:solidFill>
                  <a:srgbClr val="E62B34"/>
                </a:solidFill>
                <a:latin typeface="Noto Sans JP"/>
                <a:ea typeface="Noto Sans JP"/>
                <a:cs typeface="Noto Sans JP"/>
              </a:defRPr>
            </a:pPr>
            <a:r>
              <a:rPr sz="1088" b="1">
                <a:solidFill>
                  <a:srgbClr val="E62B34"/>
                </a:solidFill>
                <a:latin typeface="Noto Sans JP"/>
                <a:ea typeface="Noto Sans JP"/>
                <a:cs typeface="Noto Sans JP"/>
              </a:rPr>
              <a:t>Instagram @tedxwushs    X @TEDxWUSHS</a:t>
            </a:r>
          </a:p>
        </p:txBody>
      </p:sp>
      <p:sp>
        <p:nvSpPr>
          <p:cNvPr id="28" name="正方形/長方形 27">
            <a:extLst xmlns:a="http://schemas.openxmlformats.org/drawingml/2006/main">
              <a:ext uri="{FF2B5EF4-FFF2-40B4-BE49-F238E27FC236}">
                <a16:creationId xmlns:a16="http://schemas.microsoft.com/office/drawing/2014/main" id="{F1D694C2-E4C7-4E64-A499-8108200C7C92}"/>
              </a:ext>
            </a:extLst>
          </p:cNvPr>
          <p:cNvSpPr>
            <a:spLocks xmlns:a="http://schemas.openxmlformats.org/drawingml/2006/main" noGrp="1"/>
          </p:cNvSpPr>
          <p:nvPr/>
        </p:nvSpPr>
        <p:spPr>
          <a:xfrm xmlns:a="http://schemas.openxmlformats.org/drawingml/2006/main">
            <a:off x="4114800" y="9934575"/>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a:bodyPr>
          <a:lstStyle xmlns:a="http://schemas.openxmlformats.org/drawingml/2006/main">
            <a:defPPr algn="ctr">
              <a:defRPr sz="1350" b="1">
                <a:solidFill>
                  <a:srgbClr val="E62B34"/>
                </a:solidFill>
                <a:latin typeface="Arial Black"/>
                <a:ea typeface="Arial Black"/>
                <a:cs typeface="Arial Black"/>
              </a:defRPr>
            </a:defPPr>
            <a:lvl1pPr algn="ctr">
              <a:buNone/>
              <a:defRPr sz="1350" b="1">
                <a:solidFill>
                  <a:srgbClr val="E62B34"/>
                </a:solidFill>
                <a:latin typeface="Arial Black"/>
                <a:ea typeface="Arial Black"/>
                <a:cs typeface="Arial Black"/>
              </a:defRPr>
            </a:lvl1pPr>
            <a:lvl2pPr algn="ctr">
              <a:buNone/>
              <a:defRPr sz="1350" b="1">
                <a:solidFill>
                  <a:srgbClr val="E62B34"/>
                </a:solidFill>
                <a:latin typeface="Arial Black"/>
                <a:ea typeface="Arial Black"/>
                <a:cs typeface="Arial Black"/>
              </a:defRPr>
            </a:lvl2pPr>
            <a:lvl3pPr algn="ctr">
              <a:buNone/>
              <a:defRPr sz="1350" b="1">
                <a:solidFill>
                  <a:srgbClr val="E62B34"/>
                </a:solidFill>
                <a:latin typeface="Arial Black"/>
                <a:ea typeface="Arial Black"/>
                <a:cs typeface="Arial Black"/>
              </a:defRPr>
            </a:lvl3pPr>
            <a:lvl4pPr algn="ctr">
              <a:buNone/>
              <a:defRPr sz="1350" b="1">
                <a:solidFill>
                  <a:srgbClr val="E62B34"/>
                </a:solidFill>
                <a:latin typeface="Arial Black"/>
                <a:ea typeface="Arial Black"/>
                <a:cs typeface="Arial Black"/>
              </a:defRPr>
            </a:lvl4pPr>
            <a:lvl5pPr algn="ctr">
              <a:buNone/>
              <a:defRPr sz="1350" b="1">
                <a:solidFill>
                  <a:srgbClr val="E62B34"/>
                </a:solidFill>
                <a:latin typeface="Arial Black"/>
                <a:ea typeface="Arial Black"/>
                <a:cs typeface="Arial Black"/>
              </a:defRPr>
            </a:lvl5pPr>
            <a:lvl6pPr algn="ctr">
              <a:buNone/>
              <a:defRPr sz="1350" b="1">
                <a:solidFill>
                  <a:srgbClr val="E62B34"/>
                </a:solidFill>
                <a:latin typeface="Arial Black"/>
                <a:ea typeface="Arial Black"/>
                <a:cs typeface="Arial Black"/>
              </a:defRPr>
            </a:lvl6pPr>
            <a:lvl7pPr algn="ctr">
              <a:buNone/>
              <a:defRPr sz="1350" b="1">
                <a:solidFill>
                  <a:srgbClr val="E62B34"/>
                </a:solidFill>
                <a:latin typeface="Arial Black"/>
                <a:ea typeface="Arial Black"/>
                <a:cs typeface="Arial Black"/>
              </a:defRPr>
            </a:lvl7pPr>
            <a:lvl8pPr algn="ctr">
              <a:buNone/>
              <a:defRPr sz="1350" b="1">
                <a:solidFill>
                  <a:srgbClr val="E62B34"/>
                </a:solidFill>
                <a:latin typeface="Arial Black"/>
                <a:ea typeface="Arial Black"/>
                <a:cs typeface="Arial Black"/>
              </a:defRPr>
            </a:lvl8pPr>
            <a:lvl9pPr algn="ctr">
              <a:buNone/>
              <a:defRPr sz="1350" b="1">
                <a:solidFill>
                  <a:srgbClr val="E62B34"/>
                </a:solidFill>
                <a:latin typeface="Arial Black"/>
                <a:ea typeface="Arial Black"/>
                <a:cs typeface="Arial Black"/>
              </a:defRPr>
            </a:lvl9pPr>
          </a:lstStyle>
          <a:p xmlns:a="http://schemas.openxmlformats.org/drawingml/2006/main">
            <a:pPr algn="ctr">
              <a:buNone/>
              <a:defRPr sz="1350" b="1">
                <a:solidFill>
                  <a:srgbClr val="E62B34"/>
                </a:solidFill>
                <a:latin typeface="Arial Black"/>
                <a:ea typeface="Arial Black"/>
                <a:cs typeface="Arial Black"/>
              </a:defRPr>
            </a:pPr>
            <a:r>
              <a:rPr sz="1350" b="1">
                <a:solidFill>
                  <a:srgbClr val="E62B34"/>
                </a:solidFill>
                <a:latin typeface="Arial Black"/>
                <a:ea typeface="Arial Black"/>
                <a:cs typeface="Arial Black"/>
                <a:hlinkClick xmlns:r="http://schemas.openxmlformats.org/officeDocument/2006/relationships" r:id="R0f9762ebad804981"/>
              </a:rPr>
              <a:t>https://www.tedxwushs.com/</a:t>
            </a:r>
          </a:p>
        </p:txBody>
      </p:sp>
    </p:spTree>
    <p:extLst>
      <p:ext uri="{BB962C8B-B14F-4D97-AF65-F5344CB8AC3E}">
        <p14:creationId xmlns:p14="http://schemas.microsoft.com/office/powerpoint/2010/main" val="1260775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2026-10-27T15:39:43.4090000Z</dcterms:created>
  <dcterms:modified xsi:type="dcterms:W3CDTF">2026-10-27T15:39:43.4090000Z</dcterms:modified>
</coreProperties>
</file>